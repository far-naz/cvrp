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7" r:id="rId5"/>
    <p:sldId id="269" r:id="rId6"/>
    <p:sldId id="259" r:id="rId7"/>
    <p:sldId id="260" r:id="rId8"/>
    <p:sldId id="261" r:id="rId9"/>
    <p:sldId id="263" r:id="rId10"/>
    <p:sldId id="264" r:id="rId11"/>
    <p:sldId id="265" r:id="rId12"/>
    <p:sldId id="266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112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0667D7-A985-47FA-886A-A4FE9C73D2A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4E34791-3E3A-475A-893C-5715E63BEF65}">
      <dgm:prSet/>
      <dgm:spPr/>
      <dgm:t>
        <a:bodyPr/>
        <a:lstStyle/>
        <a:p>
          <a:pPr>
            <a:lnSpc>
              <a:spcPct val="100000"/>
            </a:lnSpc>
          </a:pPr>
          <a:r>
            <a:rPr lang="en-DK" dirty="0"/>
            <a:t>The proposed model is</a:t>
          </a:r>
          <a:r>
            <a:rPr lang="en-US" dirty="0"/>
            <a:t> an </a:t>
          </a:r>
          <a:r>
            <a:rPr lang="en-US" i="1" dirty="0"/>
            <a:t>intelligent planning system</a:t>
          </a:r>
          <a:r>
            <a:rPr lang="en-US" dirty="0"/>
            <a:t> that uses </a:t>
          </a:r>
          <a:r>
            <a:rPr lang="en-US" b="1" dirty="0"/>
            <a:t>mathematical optimization</a:t>
          </a:r>
          <a:r>
            <a:rPr lang="en-US" dirty="0"/>
            <a:t> to automatically find the most cost-effective and feasible delivery plan.</a:t>
          </a:r>
        </a:p>
      </dgm:t>
    </dgm:pt>
    <dgm:pt modelId="{589A72B4-4B4F-4226-8CC8-1CA90FCF279D}" type="parTrans" cxnId="{F2CFF302-ACBF-42E8-B125-3F888A2C61DC}">
      <dgm:prSet/>
      <dgm:spPr/>
      <dgm:t>
        <a:bodyPr/>
        <a:lstStyle/>
        <a:p>
          <a:endParaRPr lang="en-US"/>
        </a:p>
      </dgm:t>
    </dgm:pt>
    <dgm:pt modelId="{EB9477C3-7364-485F-B155-ACDE654CC5FA}" type="sibTrans" cxnId="{F2CFF302-ACBF-42E8-B125-3F888A2C61DC}">
      <dgm:prSet/>
      <dgm:spPr/>
      <dgm:t>
        <a:bodyPr/>
        <a:lstStyle/>
        <a:p>
          <a:endParaRPr lang="en-US"/>
        </a:p>
      </dgm:t>
    </dgm:pt>
    <dgm:pt modelId="{D216E3DC-2889-45AD-99DF-26E30FEFCE1A}" type="pres">
      <dgm:prSet presAssocID="{3A0667D7-A985-47FA-886A-A4FE9C73D2AD}" presName="root" presStyleCnt="0">
        <dgm:presLayoutVars>
          <dgm:dir/>
          <dgm:resizeHandles val="exact"/>
        </dgm:presLayoutVars>
      </dgm:prSet>
      <dgm:spPr/>
    </dgm:pt>
    <dgm:pt modelId="{A4A39C18-838A-4845-8ADB-33B5F0790090}" type="pres">
      <dgm:prSet presAssocID="{B4E34791-3E3A-475A-893C-5715E63BEF65}" presName="compNode" presStyleCnt="0"/>
      <dgm:spPr/>
    </dgm:pt>
    <dgm:pt modelId="{28B88BA3-81F6-47DE-8CFB-C6370423A89C}" type="pres">
      <dgm:prSet presAssocID="{B4E34791-3E3A-475A-893C-5715E63BEF65}" presName="bgRect" presStyleLbl="bgShp" presStyleIdx="0" presStyleCnt="1"/>
      <dgm:spPr/>
    </dgm:pt>
    <dgm:pt modelId="{C013E27C-1C0D-46BC-8419-61AA49096165}" type="pres">
      <dgm:prSet presAssocID="{B4E34791-3E3A-475A-893C-5715E63BEF65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C06A896-8B38-4DE4-AE96-8D7C42A9187C}" type="pres">
      <dgm:prSet presAssocID="{B4E34791-3E3A-475A-893C-5715E63BEF65}" presName="spaceRect" presStyleCnt="0"/>
      <dgm:spPr/>
    </dgm:pt>
    <dgm:pt modelId="{43F8491B-A5F8-470C-969C-D26D478F3C03}" type="pres">
      <dgm:prSet presAssocID="{B4E34791-3E3A-475A-893C-5715E63BEF65}" presName="parTx" presStyleLbl="revTx" presStyleIdx="0" presStyleCnt="1">
        <dgm:presLayoutVars>
          <dgm:chMax val="0"/>
          <dgm:chPref val="0"/>
        </dgm:presLayoutVars>
      </dgm:prSet>
      <dgm:spPr/>
    </dgm:pt>
  </dgm:ptLst>
  <dgm:cxnLst>
    <dgm:cxn modelId="{F2CFF302-ACBF-42E8-B125-3F888A2C61DC}" srcId="{3A0667D7-A985-47FA-886A-A4FE9C73D2AD}" destId="{B4E34791-3E3A-475A-893C-5715E63BEF65}" srcOrd="0" destOrd="0" parTransId="{589A72B4-4B4F-4226-8CC8-1CA90FCF279D}" sibTransId="{EB9477C3-7364-485F-B155-ACDE654CC5FA}"/>
    <dgm:cxn modelId="{B8ACDBBE-2503-4FEA-83E4-4A5832F9B9CC}" type="presOf" srcId="{B4E34791-3E3A-475A-893C-5715E63BEF65}" destId="{43F8491B-A5F8-470C-969C-D26D478F3C03}" srcOrd="0" destOrd="0" presId="urn:microsoft.com/office/officeart/2018/2/layout/IconVerticalSolidList"/>
    <dgm:cxn modelId="{187464C5-464F-415A-9D99-62925ADAB428}" type="presOf" srcId="{3A0667D7-A985-47FA-886A-A4FE9C73D2AD}" destId="{D216E3DC-2889-45AD-99DF-26E30FEFCE1A}" srcOrd="0" destOrd="0" presId="urn:microsoft.com/office/officeart/2018/2/layout/IconVerticalSolidList"/>
    <dgm:cxn modelId="{FC324CF0-092F-46D0-B89B-D4084FB8F542}" type="presParOf" srcId="{D216E3DC-2889-45AD-99DF-26E30FEFCE1A}" destId="{A4A39C18-838A-4845-8ADB-33B5F0790090}" srcOrd="0" destOrd="0" presId="urn:microsoft.com/office/officeart/2018/2/layout/IconVerticalSolidList"/>
    <dgm:cxn modelId="{A2F06919-D9E7-4EBE-86BD-0D8DB2941D1E}" type="presParOf" srcId="{A4A39C18-838A-4845-8ADB-33B5F0790090}" destId="{28B88BA3-81F6-47DE-8CFB-C6370423A89C}" srcOrd="0" destOrd="0" presId="urn:microsoft.com/office/officeart/2018/2/layout/IconVerticalSolidList"/>
    <dgm:cxn modelId="{956AF526-3B9E-41FE-ACD0-60AF49269EFE}" type="presParOf" srcId="{A4A39C18-838A-4845-8ADB-33B5F0790090}" destId="{C013E27C-1C0D-46BC-8419-61AA49096165}" srcOrd="1" destOrd="0" presId="urn:microsoft.com/office/officeart/2018/2/layout/IconVerticalSolidList"/>
    <dgm:cxn modelId="{6F217992-5471-4717-B7DD-160907A7BC53}" type="presParOf" srcId="{A4A39C18-838A-4845-8ADB-33B5F0790090}" destId="{2C06A896-8B38-4DE4-AE96-8D7C42A9187C}" srcOrd="2" destOrd="0" presId="urn:microsoft.com/office/officeart/2018/2/layout/IconVerticalSolidList"/>
    <dgm:cxn modelId="{ED71BB31-2B8E-4F3C-A45F-DE666A181B0E}" type="presParOf" srcId="{A4A39C18-838A-4845-8ADB-33B5F0790090}" destId="{43F8491B-A5F8-470C-969C-D26D478F3C0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8D50D4-43A9-4149-9A13-8E5FB0D7278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24E7CC-18F7-4750-8157-87E7B81958FF}">
      <dgm:prSet/>
      <dgm:spPr/>
      <dgm:t>
        <a:bodyPr/>
        <a:lstStyle/>
        <a:p>
          <a:r>
            <a:rPr lang="en-US" b="1" dirty="0"/>
            <a:t>Stage 1:</a:t>
          </a:r>
          <a:r>
            <a:rPr lang="en-US" b="0" dirty="0"/>
            <a:t> </a:t>
          </a:r>
          <a:r>
            <a:rPr lang="en-DK" b="0" dirty="0"/>
            <a:t>D</a:t>
          </a:r>
          <a:r>
            <a:rPr lang="en-US" b="0" dirty="0" err="1"/>
            <a:t>elivery</a:t>
          </a:r>
          <a:r>
            <a:rPr lang="en-US" b="0" dirty="0"/>
            <a:t> schedule </a:t>
          </a:r>
        </a:p>
      </dgm:t>
    </dgm:pt>
    <dgm:pt modelId="{DD3A1F2F-BA8D-452C-8522-3D1EA0106B31}" type="parTrans" cxnId="{343C4635-3E5E-499F-9B67-E5CC12199CF8}">
      <dgm:prSet/>
      <dgm:spPr/>
      <dgm:t>
        <a:bodyPr/>
        <a:lstStyle/>
        <a:p>
          <a:endParaRPr lang="en-US"/>
        </a:p>
      </dgm:t>
    </dgm:pt>
    <dgm:pt modelId="{FBB79C8B-49AF-43EB-903F-F40DE13FF983}" type="sibTrans" cxnId="{343C4635-3E5E-499F-9B67-E5CC12199CF8}">
      <dgm:prSet/>
      <dgm:spPr/>
      <dgm:t>
        <a:bodyPr/>
        <a:lstStyle/>
        <a:p>
          <a:endParaRPr lang="en-US"/>
        </a:p>
      </dgm:t>
    </dgm:pt>
    <dgm:pt modelId="{36168705-30ED-4718-AB33-EE5599F5961C}">
      <dgm:prSet/>
      <dgm:spPr/>
      <dgm:t>
        <a:bodyPr/>
        <a:lstStyle/>
        <a:p>
          <a:r>
            <a:rPr lang="en-US" dirty="0"/>
            <a:t>Decides </a:t>
          </a:r>
          <a:r>
            <a:rPr lang="en-US" b="1" dirty="0"/>
            <a:t>which </a:t>
          </a:r>
          <a:r>
            <a:rPr lang="en-DK" b="1" dirty="0"/>
            <a:t>delivery item</a:t>
          </a:r>
          <a:r>
            <a:rPr lang="en-US" b="1" dirty="0"/>
            <a:t> go on which day</a:t>
          </a:r>
          <a:r>
            <a:rPr lang="en-US" dirty="0"/>
            <a:t>.</a:t>
          </a:r>
        </a:p>
      </dgm:t>
    </dgm:pt>
    <dgm:pt modelId="{DE287A69-6400-4126-91D2-90918BF26DBC}" type="parTrans" cxnId="{BE4DE8C3-263F-47A7-A9D8-C7CACC8AEBB3}">
      <dgm:prSet/>
      <dgm:spPr/>
      <dgm:t>
        <a:bodyPr/>
        <a:lstStyle/>
        <a:p>
          <a:endParaRPr lang="en-US"/>
        </a:p>
      </dgm:t>
    </dgm:pt>
    <dgm:pt modelId="{9202141F-125B-45AE-89FF-1D5E80251A91}" type="sibTrans" cxnId="{BE4DE8C3-263F-47A7-A9D8-C7CACC8AEBB3}">
      <dgm:prSet/>
      <dgm:spPr/>
      <dgm:t>
        <a:bodyPr/>
        <a:lstStyle/>
        <a:p>
          <a:endParaRPr lang="en-US"/>
        </a:p>
      </dgm:t>
    </dgm:pt>
    <dgm:pt modelId="{4D2F84C9-CBEB-43F5-BC9F-E2CBE8832873}">
      <dgm:prSet/>
      <dgm:spPr/>
      <dgm:t>
        <a:bodyPr/>
        <a:lstStyle/>
        <a:p>
          <a:r>
            <a:rPr lang="en-US" dirty="0"/>
            <a:t>Respects availability and deadlines.</a:t>
          </a:r>
        </a:p>
      </dgm:t>
    </dgm:pt>
    <dgm:pt modelId="{F0131451-03E9-49CF-BED8-662C9AEDE44F}" type="parTrans" cxnId="{4C78BC02-636D-46B9-A05D-FFA7FDE2A04F}">
      <dgm:prSet/>
      <dgm:spPr/>
      <dgm:t>
        <a:bodyPr/>
        <a:lstStyle/>
        <a:p>
          <a:endParaRPr lang="en-US"/>
        </a:p>
      </dgm:t>
    </dgm:pt>
    <dgm:pt modelId="{68BBB37C-E7BA-41DB-B1E4-C054113072D2}" type="sibTrans" cxnId="{4C78BC02-636D-46B9-A05D-FFA7FDE2A04F}">
      <dgm:prSet/>
      <dgm:spPr/>
      <dgm:t>
        <a:bodyPr/>
        <a:lstStyle/>
        <a:p>
          <a:endParaRPr lang="en-US"/>
        </a:p>
      </dgm:t>
    </dgm:pt>
    <dgm:pt modelId="{D43BCD1C-6580-42CB-BCDE-C3FF21400885}">
      <dgm:prSet/>
      <dgm:spPr/>
      <dgm:t>
        <a:bodyPr/>
        <a:lstStyle/>
        <a:p>
          <a:r>
            <a:rPr lang="en-US" b="1" dirty="0"/>
            <a:t>Stage 2: Rout</a:t>
          </a:r>
          <a:r>
            <a:rPr lang="en-DK" b="1" dirty="0" err="1"/>
            <a:t>ing</a:t>
          </a:r>
          <a:r>
            <a:rPr lang="en-US" b="1" dirty="0"/>
            <a:t> Optimization</a:t>
          </a:r>
          <a:r>
            <a:rPr lang="en-DK" b="1" dirty="0"/>
            <a:t> for Each Day</a:t>
          </a:r>
          <a:endParaRPr lang="en-US" dirty="0"/>
        </a:p>
      </dgm:t>
    </dgm:pt>
    <dgm:pt modelId="{B6C09A63-1DEA-4A2D-87FA-A4EB5E0E26CE}" type="parTrans" cxnId="{DF85508C-B5AB-49F0-B345-00DB5F940CAB}">
      <dgm:prSet/>
      <dgm:spPr/>
      <dgm:t>
        <a:bodyPr/>
        <a:lstStyle/>
        <a:p>
          <a:endParaRPr lang="en-US"/>
        </a:p>
      </dgm:t>
    </dgm:pt>
    <dgm:pt modelId="{5AA1A304-7A38-45E8-ABAA-2D12CAF3969F}" type="sibTrans" cxnId="{DF85508C-B5AB-49F0-B345-00DB5F940CAB}">
      <dgm:prSet/>
      <dgm:spPr/>
      <dgm:t>
        <a:bodyPr/>
        <a:lstStyle/>
        <a:p>
          <a:endParaRPr lang="en-US"/>
        </a:p>
      </dgm:t>
    </dgm:pt>
    <dgm:pt modelId="{13EAC820-1BBD-4A50-9D25-C3C255A3C5F1}">
      <dgm:prSet/>
      <dgm:spPr/>
      <dgm:t>
        <a:bodyPr/>
        <a:lstStyle/>
        <a:p>
          <a:r>
            <a:rPr lang="en-DK" b="1" dirty="0"/>
            <a:t>Objective: </a:t>
          </a:r>
          <a:r>
            <a:rPr lang="en-US" dirty="0"/>
            <a:t>Balances truck loads across </a:t>
          </a:r>
          <a:r>
            <a:rPr lang="en-DK" dirty="0"/>
            <a:t>time horizon</a:t>
          </a:r>
          <a:r>
            <a:rPr lang="en-US" dirty="0"/>
            <a:t>.</a:t>
          </a:r>
        </a:p>
      </dgm:t>
    </dgm:pt>
    <dgm:pt modelId="{C6C6F460-DE24-4A12-BD0D-2376778061F2}" type="parTrans" cxnId="{BFB7A186-230C-4D1C-9947-225DE993C073}">
      <dgm:prSet/>
      <dgm:spPr/>
      <dgm:t>
        <a:bodyPr/>
        <a:lstStyle/>
        <a:p>
          <a:endParaRPr lang="en-US"/>
        </a:p>
      </dgm:t>
    </dgm:pt>
    <dgm:pt modelId="{2BEAAA66-2243-4E77-A557-2740A50A0CE7}" type="sibTrans" cxnId="{BFB7A186-230C-4D1C-9947-225DE993C073}">
      <dgm:prSet/>
      <dgm:spPr/>
      <dgm:t>
        <a:bodyPr/>
        <a:lstStyle/>
        <a:p>
          <a:endParaRPr lang="en-US"/>
        </a:p>
      </dgm:t>
    </dgm:pt>
    <dgm:pt modelId="{C6081535-6FBC-4570-984B-04060D8E9E1B}">
      <dgm:prSet/>
      <dgm:spPr/>
      <dgm:t>
        <a:bodyPr/>
        <a:lstStyle/>
        <a:p>
          <a:r>
            <a:rPr lang="en-DK" b="1" dirty="0"/>
            <a:t>Objective: </a:t>
          </a:r>
          <a:r>
            <a:rPr lang="en-US" dirty="0"/>
            <a:t>Minimizes travel </a:t>
          </a:r>
          <a:r>
            <a:rPr lang="en-DK" dirty="0"/>
            <a:t>cost</a:t>
          </a:r>
          <a:r>
            <a:rPr lang="en-US" dirty="0"/>
            <a:t>, </a:t>
          </a:r>
          <a:r>
            <a:rPr lang="en-DK" dirty="0"/>
            <a:t>and handling </a:t>
          </a:r>
          <a:r>
            <a:rPr lang="en-US" dirty="0"/>
            <a:t>costs</a:t>
          </a:r>
          <a:r>
            <a:rPr lang="en-DK" dirty="0"/>
            <a:t>.</a:t>
          </a:r>
          <a:endParaRPr lang="en-US" dirty="0"/>
        </a:p>
      </dgm:t>
    </dgm:pt>
    <dgm:pt modelId="{7AB77D4C-4EFC-4CB8-82B3-B7D775E98164}" type="parTrans" cxnId="{4BAB210B-916B-41F0-ABEB-112CE6D6CA57}">
      <dgm:prSet/>
      <dgm:spPr/>
      <dgm:t>
        <a:bodyPr/>
        <a:lstStyle/>
        <a:p>
          <a:endParaRPr lang="en-US"/>
        </a:p>
      </dgm:t>
    </dgm:pt>
    <dgm:pt modelId="{1C5081D2-01D9-4D5D-8CBF-E106CFAB86CF}" type="sibTrans" cxnId="{4BAB210B-916B-41F0-ABEB-112CE6D6CA57}">
      <dgm:prSet/>
      <dgm:spPr/>
      <dgm:t>
        <a:bodyPr/>
        <a:lstStyle/>
        <a:p>
          <a:endParaRPr lang="en-US"/>
        </a:p>
      </dgm:t>
    </dgm:pt>
    <dgm:pt modelId="{7AED0CDE-A951-4360-9F75-9B93F0AD5155}">
      <dgm:prSet/>
      <dgm:spPr/>
      <dgm:t>
        <a:bodyPr/>
        <a:lstStyle/>
        <a:p>
          <a:r>
            <a:rPr lang="en-DK" b="0" dirty="0"/>
            <a:t>Output:</a:t>
          </a:r>
          <a:r>
            <a:rPr lang="en-US" b="0" dirty="0"/>
            <a:t> </a:t>
          </a:r>
          <a:r>
            <a:rPr lang="en-DK" b="0" dirty="0"/>
            <a:t>T</a:t>
          </a:r>
          <a:r>
            <a:rPr lang="en-US" b="0" dirty="0"/>
            <a:t>he best sequence of stops for </a:t>
          </a:r>
          <a:r>
            <a:rPr lang="en-US" dirty="0"/>
            <a:t>each truck</a:t>
          </a:r>
          <a:r>
            <a:rPr lang="en-DK" dirty="0"/>
            <a:t>.</a:t>
          </a:r>
          <a:endParaRPr lang="en-US" dirty="0"/>
        </a:p>
      </dgm:t>
    </dgm:pt>
    <dgm:pt modelId="{0361FCCA-2E08-40EC-ADCE-7B57A2850F2B}" type="parTrans" cxnId="{875B1900-AFB5-4BAB-B6FD-6F9BFC1FDCD0}">
      <dgm:prSet/>
      <dgm:spPr/>
      <dgm:t>
        <a:bodyPr/>
        <a:lstStyle/>
        <a:p>
          <a:endParaRPr lang="en-US"/>
        </a:p>
      </dgm:t>
    </dgm:pt>
    <dgm:pt modelId="{11CBB17F-BEF2-41C7-924D-9413386B76CA}" type="sibTrans" cxnId="{875B1900-AFB5-4BAB-B6FD-6F9BFC1FDCD0}">
      <dgm:prSet/>
      <dgm:spPr/>
      <dgm:t>
        <a:bodyPr/>
        <a:lstStyle/>
        <a:p>
          <a:endParaRPr lang="en-US"/>
        </a:p>
      </dgm:t>
    </dgm:pt>
    <dgm:pt modelId="{E3D2392A-70C2-4801-BBA9-F25BAD7671D1}">
      <dgm:prSet/>
      <dgm:spPr/>
      <dgm:t>
        <a:bodyPr/>
        <a:lstStyle/>
        <a:p>
          <a:r>
            <a:rPr lang="en-DK" dirty="0"/>
            <a:t>Decides </a:t>
          </a:r>
          <a:r>
            <a:rPr lang="en-DK" b="1" dirty="0"/>
            <a:t>which truck go on visit which factory </a:t>
          </a:r>
          <a:r>
            <a:rPr lang="en-DK" dirty="0"/>
            <a:t>for delivery.</a:t>
          </a:r>
          <a:endParaRPr lang="en-US" dirty="0"/>
        </a:p>
      </dgm:t>
    </dgm:pt>
    <dgm:pt modelId="{358704E7-6FEC-4526-BC05-6DF4E8D3E42A}" type="parTrans" cxnId="{EDAF13A1-CCD5-47CA-A53A-53BF937B4E4B}">
      <dgm:prSet/>
      <dgm:spPr/>
      <dgm:t>
        <a:bodyPr/>
        <a:lstStyle/>
        <a:p>
          <a:endParaRPr lang="en-US"/>
        </a:p>
      </dgm:t>
    </dgm:pt>
    <dgm:pt modelId="{FDAC6EB2-C647-43DD-B900-3A8C610F337C}" type="sibTrans" cxnId="{EDAF13A1-CCD5-47CA-A53A-53BF937B4E4B}">
      <dgm:prSet/>
      <dgm:spPr/>
      <dgm:t>
        <a:bodyPr/>
        <a:lstStyle/>
        <a:p>
          <a:endParaRPr lang="en-US"/>
        </a:p>
      </dgm:t>
    </dgm:pt>
    <dgm:pt modelId="{CF7041A5-391F-4AB9-A0E1-1F8E67E148C8}">
      <dgm:prSet/>
      <dgm:spPr/>
      <dgm:t>
        <a:bodyPr/>
        <a:lstStyle/>
        <a:p>
          <a:r>
            <a:rPr lang="en-DK" dirty="0"/>
            <a:t>Output: List of deliver items and available trucks in each day</a:t>
          </a:r>
          <a:endParaRPr lang="en-US" dirty="0"/>
        </a:p>
      </dgm:t>
    </dgm:pt>
    <dgm:pt modelId="{ADCAB102-DB54-4367-AD92-812B8028EC5E}" type="parTrans" cxnId="{649EBDD0-17B8-48BA-BB84-8A61CA0D0281}">
      <dgm:prSet/>
      <dgm:spPr/>
      <dgm:t>
        <a:bodyPr/>
        <a:lstStyle/>
        <a:p>
          <a:endParaRPr lang="en-US"/>
        </a:p>
      </dgm:t>
    </dgm:pt>
    <dgm:pt modelId="{41BD4E5E-A933-474D-A1AE-5FA20A5AB095}" type="sibTrans" cxnId="{649EBDD0-17B8-48BA-BB84-8A61CA0D0281}">
      <dgm:prSet/>
      <dgm:spPr/>
      <dgm:t>
        <a:bodyPr/>
        <a:lstStyle/>
        <a:p>
          <a:endParaRPr lang="en-US"/>
        </a:p>
      </dgm:t>
    </dgm:pt>
    <dgm:pt modelId="{C32D9808-19DF-4C33-8339-71746440AD25}" type="pres">
      <dgm:prSet presAssocID="{168D50D4-43A9-4149-9A13-8E5FB0D72780}" presName="linear" presStyleCnt="0">
        <dgm:presLayoutVars>
          <dgm:dir/>
          <dgm:animLvl val="lvl"/>
          <dgm:resizeHandles val="exact"/>
        </dgm:presLayoutVars>
      </dgm:prSet>
      <dgm:spPr/>
    </dgm:pt>
    <dgm:pt modelId="{96C2095A-7269-4235-8E93-391D0AB2BD6C}" type="pres">
      <dgm:prSet presAssocID="{D324E7CC-18F7-4750-8157-87E7B81958FF}" presName="parentLin" presStyleCnt="0"/>
      <dgm:spPr/>
    </dgm:pt>
    <dgm:pt modelId="{3D61AAE4-B1B6-4B3D-99DC-5DC0A206BFC1}" type="pres">
      <dgm:prSet presAssocID="{D324E7CC-18F7-4750-8157-87E7B81958FF}" presName="parentLeftMargin" presStyleLbl="node1" presStyleIdx="0" presStyleCnt="2"/>
      <dgm:spPr/>
    </dgm:pt>
    <dgm:pt modelId="{47959EE1-F9E7-4778-82DF-F5DCD521145B}" type="pres">
      <dgm:prSet presAssocID="{D324E7CC-18F7-4750-8157-87E7B81958F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94A88AC-9E1E-462C-A7C3-CAB7944FF103}" type="pres">
      <dgm:prSet presAssocID="{D324E7CC-18F7-4750-8157-87E7B81958FF}" presName="negativeSpace" presStyleCnt="0"/>
      <dgm:spPr/>
    </dgm:pt>
    <dgm:pt modelId="{25397589-CCB7-4834-82F2-CB3D64072E85}" type="pres">
      <dgm:prSet presAssocID="{D324E7CC-18F7-4750-8157-87E7B81958FF}" presName="childText" presStyleLbl="conFgAcc1" presStyleIdx="0" presStyleCnt="2">
        <dgm:presLayoutVars>
          <dgm:bulletEnabled val="1"/>
        </dgm:presLayoutVars>
      </dgm:prSet>
      <dgm:spPr/>
    </dgm:pt>
    <dgm:pt modelId="{04527B01-7E23-420C-AF87-F1085D5FFF39}" type="pres">
      <dgm:prSet presAssocID="{FBB79C8B-49AF-43EB-903F-F40DE13FF983}" presName="spaceBetweenRectangles" presStyleCnt="0"/>
      <dgm:spPr/>
    </dgm:pt>
    <dgm:pt modelId="{85BCA490-A04D-47B7-89F8-C0681C108F8C}" type="pres">
      <dgm:prSet presAssocID="{D43BCD1C-6580-42CB-BCDE-C3FF21400885}" presName="parentLin" presStyleCnt="0"/>
      <dgm:spPr/>
    </dgm:pt>
    <dgm:pt modelId="{CB75812D-887E-46E9-93E6-91A43C3FCF80}" type="pres">
      <dgm:prSet presAssocID="{D43BCD1C-6580-42CB-BCDE-C3FF21400885}" presName="parentLeftMargin" presStyleLbl="node1" presStyleIdx="0" presStyleCnt="2"/>
      <dgm:spPr/>
    </dgm:pt>
    <dgm:pt modelId="{E88BF6CB-78B3-41FE-B97C-9C8EC6A616BF}" type="pres">
      <dgm:prSet presAssocID="{D43BCD1C-6580-42CB-BCDE-C3FF2140088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FE5ED66-19F6-49DB-BCDE-B2DBDA5626B1}" type="pres">
      <dgm:prSet presAssocID="{D43BCD1C-6580-42CB-BCDE-C3FF21400885}" presName="negativeSpace" presStyleCnt="0"/>
      <dgm:spPr/>
    </dgm:pt>
    <dgm:pt modelId="{EFD7F10C-9561-456B-8E9E-5A24C64F7476}" type="pres">
      <dgm:prSet presAssocID="{D43BCD1C-6580-42CB-BCDE-C3FF2140088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75B1900-AFB5-4BAB-B6FD-6F9BFC1FDCD0}" srcId="{D43BCD1C-6580-42CB-BCDE-C3FF21400885}" destId="{7AED0CDE-A951-4360-9F75-9B93F0AD5155}" srcOrd="2" destOrd="0" parTransId="{0361FCCA-2E08-40EC-ADCE-7B57A2850F2B}" sibTransId="{11CBB17F-BEF2-41C7-924D-9413386B76CA}"/>
    <dgm:cxn modelId="{4C78BC02-636D-46B9-A05D-FFA7FDE2A04F}" srcId="{D324E7CC-18F7-4750-8157-87E7B81958FF}" destId="{4D2F84C9-CBEB-43F5-BC9F-E2CBE8832873}" srcOrd="2" destOrd="0" parTransId="{F0131451-03E9-49CF-BED8-662C9AEDE44F}" sibTransId="{68BBB37C-E7BA-41DB-B1E4-C054113072D2}"/>
    <dgm:cxn modelId="{4BAB210B-916B-41F0-ABEB-112CE6D6CA57}" srcId="{D43BCD1C-6580-42CB-BCDE-C3FF21400885}" destId="{C6081535-6FBC-4570-984B-04060D8E9E1B}" srcOrd="0" destOrd="0" parTransId="{7AB77D4C-4EFC-4CB8-82B3-B7D775E98164}" sibTransId="{1C5081D2-01D9-4D5D-8CBF-E106CFAB86CF}"/>
    <dgm:cxn modelId="{31108717-37E3-4980-ACE9-FD01701B114E}" type="presOf" srcId="{D324E7CC-18F7-4750-8157-87E7B81958FF}" destId="{3D61AAE4-B1B6-4B3D-99DC-5DC0A206BFC1}" srcOrd="0" destOrd="0" presId="urn:microsoft.com/office/officeart/2005/8/layout/list1"/>
    <dgm:cxn modelId="{EEA4752B-DA19-49EE-A835-0514833350E2}" type="presOf" srcId="{D43BCD1C-6580-42CB-BCDE-C3FF21400885}" destId="{CB75812D-887E-46E9-93E6-91A43C3FCF80}" srcOrd="0" destOrd="0" presId="urn:microsoft.com/office/officeart/2005/8/layout/list1"/>
    <dgm:cxn modelId="{343C4635-3E5E-499F-9B67-E5CC12199CF8}" srcId="{168D50D4-43A9-4149-9A13-8E5FB0D72780}" destId="{D324E7CC-18F7-4750-8157-87E7B81958FF}" srcOrd="0" destOrd="0" parTransId="{DD3A1F2F-BA8D-452C-8522-3D1EA0106B31}" sibTransId="{FBB79C8B-49AF-43EB-903F-F40DE13FF983}"/>
    <dgm:cxn modelId="{4B751E41-2E07-4771-9814-8918B1359774}" type="presOf" srcId="{13EAC820-1BBD-4A50-9D25-C3C255A3C5F1}" destId="{25397589-CCB7-4834-82F2-CB3D64072E85}" srcOrd="0" destOrd="0" presId="urn:microsoft.com/office/officeart/2005/8/layout/list1"/>
    <dgm:cxn modelId="{BE2D0D67-9874-4CA3-81EE-7E763D9796D1}" type="presOf" srcId="{7AED0CDE-A951-4360-9F75-9B93F0AD5155}" destId="{EFD7F10C-9561-456B-8E9E-5A24C64F7476}" srcOrd="0" destOrd="2" presId="urn:microsoft.com/office/officeart/2005/8/layout/list1"/>
    <dgm:cxn modelId="{FF9F0469-D47A-4E16-B240-F38BA335BB77}" type="presOf" srcId="{C6081535-6FBC-4570-984B-04060D8E9E1B}" destId="{EFD7F10C-9561-456B-8E9E-5A24C64F7476}" srcOrd="0" destOrd="0" presId="urn:microsoft.com/office/officeart/2005/8/layout/list1"/>
    <dgm:cxn modelId="{BFB7A186-230C-4D1C-9947-225DE993C073}" srcId="{D324E7CC-18F7-4750-8157-87E7B81958FF}" destId="{13EAC820-1BBD-4A50-9D25-C3C255A3C5F1}" srcOrd="0" destOrd="0" parTransId="{C6C6F460-DE24-4A12-BD0D-2376778061F2}" sibTransId="{2BEAAA66-2243-4E77-A557-2740A50A0CE7}"/>
    <dgm:cxn modelId="{162E268C-59D2-41E1-8C28-609E784712A4}" type="presOf" srcId="{168D50D4-43A9-4149-9A13-8E5FB0D72780}" destId="{C32D9808-19DF-4C33-8339-71746440AD25}" srcOrd="0" destOrd="0" presId="urn:microsoft.com/office/officeart/2005/8/layout/list1"/>
    <dgm:cxn modelId="{DF85508C-B5AB-49F0-B345-00DB5F940CAB}" srcId="{168D50D4-43A9-4149-9A13-8E5FB0D72780}" destId="{D43BCD1C-6580-42CB-BCDE-C3FF21400885}" srcOrd="1" destOrd="0" parTransId="{B6C09A63-1DEA-4A2D-87FA-A4EB5E0E26CE}" sibTransId="{5AA1A304-7A38-45E8-ABAA-2D12CAF3969F}"/>
    <dgm:cxn modelId="{EDAF13A1-CCD5-47CA-A53A-53BF937B4E4B}" srcId="{D43BCD1C-6580-42CB-BCDE-C3FF21400885}" destId="{E3D2392A-70C2-4801-BBA9-F25BAD7671D1}" srcOrd="1" destOrd="0" parTransId="{358704E7-6FEC-4526-BC05-6DF4E8D3E42A}" sibTransId="{FDAC6EB2-C647-43DD-B900-3A8C610F337C}"/>
    <dgm:cxn modelId="{5EC002A3-486B-4E22-9388-7AB77010A655}" type="presOf" srcId="{D43BCD1C-6580-42CB-BCDE-C3FF21400885}" destId="{E88BF6CB-78B3-41FE-B97C-9C8EC6A616BF}" srcOrd="1" destOrd="0" presId="urn:microsoft.com/office/officeart/2005/8/layout/list1"/>
    <dgm:cxn modelId="{A82981A6-6D76-4B87-9784-A74D69806005}" type="presOf" srcId="{CF7041A5-391F-4AB9-A0E1-1F8E67E148C8}" destId="{25397589-CCB7-4834-82F2-CB3D64072E85}" srcOrd="0" destOrd="3" presId="urn:microsoft.com/office/officeart/2005/8/layout/list1"/>
    <dgm:cxn modelId="{D73944BF-66B8-4642-A412-ED2F3C809206}" type="presOf" srcId="{D324E7CC-18F7-4750-8157-87E7B81958FF}" destId="{47959EE1-F9E7-4778-82DF-F5DCD521145B}" srcOrd="1" destOrd="0" presId="urn:microsoft.com/office/officeart/2005/8/layout/list1"/>
    <dgm:cxn modelId="{BE4DE8C3-263F-47A7-A9D8-C7CACC8AEBB3}" srcId="{D324E7CC-18F7-4750-8157-87E7B81958FF}" destId="{36168705-30ED-4718-AB33-EE5599F5961C}" srcOrd="1" destOrd="0" parTransId="{DE287A69-6400-4126-91D2-90918BF26DBC}" sibTransId="{9202141F-125B-45AE-89FF-1D5E80251A91}"/>
    <dgm:cxn modelId="{649EBDD0-17B8-48BA-BB84-8A61CA0D0281}" srcId="{D324E7CC-18F7-4750-8157-87E7B81958FF}" destId="{CF7041A5-391F-4AB9-A0E1-1F8E67E148C8}" srcOrd="3" destOrd="0" parTransId="{ADCAB102-DB54-4367-AD92-812B8028EC5E}" sibTransId="{41BD4E5E-A933-474D-A1AE-5FA20A5AB095}"/>
    <dgm:cxn modelId="{6F094FD2-9221-4DC5-A14F-DA6C737171DF}" type="presOf" srcId="{4D2F84C9-CBEB-43F5-BC9F-E2CBE8832873}" destId="{25397589-CCB7-4834-82F2-CB3D64072E85}" srcOrd="0" destOrd="2" presId="urn:microsoft.com/office/officeart/2005/8/layout/list1"/>
    <dgm:cxn modelId="{876CF1D4-FE92-4D2E-91C9-93DCD32368EC}" type="presOf" srcId="{E3D2392A-70C2-4801-BBA9-F25BAD7671D1}" destId="{EFD7F10C-9561-456B-8E9E-5A24C64F7476}" srcOrd="0" destOrd="1" presId="urn:microsoft.com/office/officeart/2005/8/layout/list1"/>
    <dgm:cxn modelId="{0AF9FCE2-FA17-43A8-A1E8-9A6562A34802}" type="presOf" srcId="{36168705-30ED-4718-AB33-EE5599F5961C}" destId="{25397589-CCB7-4834-82F2-CB3D64072E85}" srcOrd="0" destOrd="1" presId="urn:microsoft.com/office/officeart/2005/8/layout/list1"/>
    <dgm:cxn modelId="{BD647EA8-615E-4F8C-90A2-06EDF5AD919E}" type="presParOf" srcId="{C32D9808-19DF-4C33-8339-71746440AD25}" destId="{96C2095A-7269-4235-8E93-391D0AB2BD6C}" srcOrd="0" destOrd="0" presId="urn:microsoft.com/office/officeart/2005/8/layout/list1"/>
    <dgm:cxn modelId="{7BB78D51-0F0E-4BB5-BEEF-375C5932A3C5}" type="presParOf" srcId="{96C2095A-7269-4235-8E93-391D0AB2BD6C}" destId="{3D61AAE4-B1B6-4B3D-99DC-5DC0A206BFC1}" srcOrd="0" destOrd="0" presId="urn:microsoft.com/office/officeart/2005/8/layout/list1"/>
    <dgm:cxn modelId="{42FE217C-059D-4CB4-890A-9017834CE62F}" type="presParOf" srcId="{96C2095A-7269-4235-8E93-391D0AB2BD6C}" destId="{47959EE1-F9E7-4778-82DF-F5DCD521145B}" srcOrd="1" destOrd="0" presId="urn:microsoft.com/office/officeart/2005/8/layout/list1"/>
    <dgm:cxn modelId="{FF476732-D22D-4414-92E5-9DF535113540}" type="presParOf" srcId="{C32D9808-19DF-4C33-8339-71746440AD25}" destId="{294A88AC-9E1E-462C-A7C3-CAB7944FF103}" srcOrd="1" destOrd="0" presId="urn:microsoft.com/office/officeart/2005/8/layout/list1"/>
    <dgm:cxn modelId="{D1716E94-CDA4-4B86-AE61-C40FD717C881}" type="presParOf" srcId="{C32D9808-19DF-4C33-8339-71746440AD25}" destId="{25397589-CCB7-4834-82F2-CB3D64072E85}" srcOrd="2" destOrd="0" presId="urn:microsoft.com/office/officeart/2005/8/layout/list1"/>
    <dgm:cxn modelId="{0CEA3A24-D160-47DF-8AE1-B8D25AAF2D50}" type="presParOf" srcId="{C32D9808-19DF-4C33-8339-71746440AD25}" destId="{04527B01-7E23-420C-AF87-F1085D5FFF39}" srcOrd="3" destOrd="0" presId="urn:microsoft.com/office/officeart/2005/8/layout/list1"/>
    <dgm:cxn modelId="{6D648F07-15FD-4A56-AE57-6E71F80C911F}" type="presParOf" srcId="{C32D9808-19DF-4C33-8339-71746440AD25}" destId="{85BCA490-A04D-47B7-89F8-C0681C108F8C}" srcOrd="4" destOrd="0" presId="urn:microsoft.com/office/officeart/2005/8/layout/list1"/>
    <dgm:cxn modelId="{E9B2FA08-3F80-42FE-9332-07F261F08308}" type="presParOf" srcId="{85BCA490-A04D-47B7-89F8-C0681C108F8C}" destId="{CB75812D-887E-46E9-93E6-91A43C3FCF80}" srcOrd="0" destOrd="0" presId="urn:microsoft.com/office/officeart/2005/8/layout/list1"/>
    <dgm:cxn modelId="{92CC676A-150D-461E-9715-826B7D03B2AD}" type="presParOf" srcId="{85BCA490-A04D-47B7-89F8-C0681C108F8C}" destId="{E88BF6CB-78B3-41FE-B97C-9C8EC6A616BF}" srcOrd="1" destOrd="0" presId="urn:microsoft.com/office/officeart/2005/8/layout/list1"/>
    <dgm:cxn modelId="{3E2B788E-0E25-416E-990E-0BF00D728C57}" type="presParOf" srcId="{C32D9808-19DF-4C33-8339-71746440AD25}" destId="{DFE5ED66-19F6-49DB-BCDE-B2DBDA5626B1}" srcOrd="5" destOrd="0" presId="urn:microsoft.com/office/officeart/2005/8/layout/list1"/>
    <dgm:cxn modelId="{87802F37-557B-4391-B21F-1B38FB514C3C}" type="presParOf" srcId="{C32D9808-19DF-4C33-8339-71746440AD25}" destId="{EFD7F10C-9561-456B-8E9E-5A24C64F747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C8326A-5B6D-4EDF-BC4B-4DE991296C8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2C46891-416A-4EE1-90E9-C720D5F9D2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Capacity</a:t>
          </a:r>
          <a:r>
            <a:rPr lang="en-DK" b="1" i="0" baseline="0"/>
            <a:t> and size</a:t>
          </a:r>
          <a:r>
            <a:rPr lang="en-US" b="1" i="0" baseline="0"/>
            <a:t>-aware:</a:t>
          </a:r>
          <a:r>
            <a:rPr lang="en-US" b="0" i="0" baseline="0"/>
            <a:t> Never overloads trucks.</a:t>
          </a:r>
          <a:endParaRPr lang="en-US"/>
        </a:p>
      </dgm:t>
    </dgm:pt>
    <dgm:pt modelId="{6A1EF56A-14D1-4EF7-B8DA-060775FFDE8D}" type="parTrans" cxnId="{9FF3212C-0765-4905-BCE9-97A59F648E30}">
      <dgm:prSet/>
      <dgm:spPr/>
      <dgm:t>
        <a:bodyPr/>
        <a:lstStyle/>
        <a:p>
          <a:endParaRPr lang="en-US"/>
        </a:p>
      </dgm:t>
    </dgm:pt>
    <dgm:pt modelId="{A562B27D-90FA-4344-AF23-2647C9A98562}" type="sibTrans" cxnId="{9FF3212C-0765-4905-BCE9-97A59F648E3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970C2F0-4F6B-45DD-819B-8108298A97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Time-sensitive:</a:t>
          </a:r>
          <a:r>
            <a:rPr lang="en-US" b="0" i="0" baseline="0" dirty="0"/>
            <a:t> Only picks items when they’re ready.</a:t>
          </a:r>
          <a:endParaRPr lang="en-US" dirty="0"/>
        </a:p>
      </dgm:t>
    </dgm:pt>
    <dgm:pt modelId="{E9D15E06-2244-4A2D-9C81-2F1C217A2DF6}" type="parTrans" cxnId="{45BB42E2-E69D-4AA3-BC02-081562C29D63}">
      <dgm:prSet/>
      <dgm:spPr/>
      <dgm:t>
        <a:bodyPr/>
        <a:lstStyle/>
        <a:p>
          <a:endParaRPr lang="en-US"/>
        </a:p>
      </dgm:t>
    </dgm:pt>
    <dgm:pt modelId="{4DDDB40A-E999-4664-AF84-A8FB6C39AF89}" type="sibTrans" cxnId="{45BB42E2-E69D-4AA3-BC02-081562C29D6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AC1C101-28D8-455F-B2CE-3E2D08B80D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Flexible:</a:t>
          </a:r>
          <a:r>
            <a:rPr lang="en-US" b="0" i="0" baseline="0"/>
            <a:t> One customer can be visited more than once</a:t>
          </a:r>
          <a:r>
            <a:rPr lang="en-DK" b="0" i="0" baseline="0"/>
            <a:t> in different days</a:t>
          </a:r>
          <a:r>
            <a:rPr lang="en-US" b="0" i="0" baseline="0"/>
            <a:t> if needed.</a:t>
          </a:r>
          <a:endParaRPr lang="en-US"/>
        </a:p>
      </dgm:t>
    </dgm:pt>
    <dgm:pt modelId="{04B69EAF-C5D4-4EA4-8E67-2D4E9EC3EC3A}" type="parTrans" cxnId="{714874D4-0448-4C0A-B7A0-B8EB786B6DF3}">
      <dgm:prSet/>
      <dgm:spPr/>
      <dgm:t>
        <a:bodyPr/>
        <a:lstStyle/>
        <a:p>
          <a:endParaRPr lang="en-US"/>
        </a:p>
      </dgm:t>
    </dgm:pt>
    <dgm:pt modelId="{2D555BD7-53AF-4FDB-9C7E-A107253C12EB}" type="sibTrans" cxnId="{714874D4-0448-4C0A-B7A0-B8EB786B6DF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FAEDE39-EB76-47F7-BB5C-881B1E1B69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Balanced:</a:t>
          </a:r>
          <a:r>
            <a:rPr lang="en-US" b="0" i="0" baseline="0"/>
            <a:t> Keeps daily truck loads even.</a:t>
          </a:r>
          <a:endParaRPr lang="en-US"/>
        </a:p>
      </dgm:t>
    </dgm:pt>
    <dgm:pt modelId="{88FF448D-0051-411D-ADBA-80DCB296D329}" type="parTrans" cxnId="{FD6C5D81-8D49-4CC5-8C77-230EB94290C9}">
      <dgm:prSet/>
      <dgm:spPr/>
      <dgm:t>
        <a:bodyPr/>
        <a:lstStyle/>
        <a:p>
          <a:endParaRPr lang="en-US"/>
        </a:p>
      </dgm:t>
    </dgm:pt>
    <dgm:pt modelId="{0A9538CD-E1D0-4A71-B00A-12C0B5919898}" type="sibTrans" cxnId="{FD6C5D81-8D49-4CC5-8C77-230EB94290C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8303F30-A729-474C-BC53-49F1939FEBC7}">
      <dgm:prSet/>
      <dgm:spPr/>
      <dgm:t>
        <a:bodyPr/>
        <a:lstStyle/>
        <a:p>
          <a:pPr>
            <a:lnSpc>
              <a:spcPct val="100000"/>
            </a:lnSpc>
          </a:pPr>
          <a:r>
            <a:rPr lang="en-DK"/>
            <a:t>Reliable: It is adapted to unfor</a:t>
          </a:r>
          <a:r>
            <a:rPr lang="en-US"/>
            <a:t>e</a:t>
          </a:r>
          <a:r>
            <a:rPr lang="en-DK"/>
            <a:t>seen incidents.</a:t>
          </a:r>
          <a:endParaRPr lang="en-US"/>
        </a:p>
      </dgm:t>
    </dgm:pt>
    <dgm:pt modelId="{F5CE3606-B3C4-471C-B2BC-BEAEEB8D8ACB}" type="parTrans" cxnId="{AE9E2A25-A0C1-4D87-AFCE-4C237E4D1D46}">
      <dgm:prSet/>
      <dgm:spPr/>
      <dgm:t>
        <a:bodyPr/>
        <a:lstStyle/>
        <a:p>
          <a:endParaRPr lang="en-US"/>
        </a:p>
      </dgm:t>
    </dgm:pt>
    <dgm:pt modelId="{5F35A6F5-A5E4-4372-9B6B-3DAAE5771F84}" type="sibTrans" cxnId="{AE9E2A25-A0C1-4D87-AFCE-4C237E4D1D4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A49319C-2AED-480B-87F7-62BF3E9BE2D0}">
      <dgm:prSet/>
      <dgm:spPr/>
      <dgm:t>
        <a:bodyPr/>
        <a:lstStyle/>
        <a:p>
          <a:pPr>
            <a:lnSpc>
              <a:spcPct val="100000"/>
            </a:lnSpc>
          </a:pPr>
          <a:r>
            <a:rPr lang="en-DK" dirty="0"/>
            <a:t>Adaptable: Easily add on-day delivery, time window delivery</a:t>
          </a:r>
          <a:endParaRPr lang="en-US" dirty="0"/>
        </a:p>
      </dgm:t>
    </dgm:pt>
    <dgm:pt modelId="{AA5A8491-82DE-4799-8DAA-AFBFB8E34CA9}" type="parTrans" cxnId="{173C3839-A214-4BC5-A74F-AB4B43933D73}">
      <dgm:prSet/>
      <dgm:spPr/>
      <dgm:t>
        <a:bodyPr/>
        <a:lstStyle/>
        <a:p>
          <a:endParaRPr lang="en-US"/>
        </a:p>
      </dgm:t>
    </dgm:pt>
    <dgm:pt modelId="{9902C6D0-D2C6-4036-9FD0-F45830C9B5BB}" type="sibTrans" cxnId="{173C3839-A214-4BC5-A74F-AB4B43933D73}">
      <dgm:prSet/>
      <dgm:spPr/>
    </dgm:pt>
    <dgm:pt modelId="{554CEDF1-B11D-46C3-A461-29DBDE922A55}" type="pres">
      <dgm:prSet presAssocID="{D7C8326A-5B6D-4EDF-BC4B-4DE991296C8E}" presName="root" presStyleCnt="0">
        <dgm:presLayoutVars>
          <dgm:dir/>
          <dgm:resizeHandles val="exact"/>
        </dgm:presLayoutVars>
      </dgm:prSet>
      <dgm:spPr/>
    </dgm:pt>
    <dgm:pt modelId="{9AC935AF-0152-4EB1-A70F-32763D50AF76}" type="pres">
      <dgm:prSet presAssocID="{D7C8326A-5B6D-4EDF-BC4B-4DE991296C8E}" presName="container" presStyleCnt="0">
        <dgm:presLayoutVars>
          <dgm:dir/>
          <dgm:resizeHandles val="exact"/>
        </dgm:presLayoutVars>
      </dgm:prSet>
      <dgm:spPr/>
    </dgm:pt>
    <dgm:pt modelId="{EB7854D0-5162-441C-B59D-916D5396A2B6}" type="pres">
      <dgm:prSet presAssocID="{D2C46891-416A-4EE1-90E9-C720D5F9D2C6}" presName="compNode" presStyleCnt="0"/>
      <dgm:spPr/>
    </dgm:pt>
    <dgm:pt modelId="{4334FFEF-FD4B-4786-82AB-206A6D255036}" type="pres">
      <dgm:prSet presAssocID="{D2C46891-416A-4EE1-90E9-C720D5F9D2C6}" presName="iconBgRect" presStyleLbl="bgShp" presStyleIdx="0" presStyleCnt="6"/>
      <dgm:spPr/>
    </dgm:pt>
    <dgm:pt modelId="{FE958FC9-B5B7-495D-AEBC-97CB15561CB5}" type="pres">
      <dgm:prSet presAssocID="{D2C46891-416A-4EE1-90E9-C720D5F9D2C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p truck"/>
        </a:ext>
      </dgm:extLst>
    </dgm:pt>
    <dgm:pt modelId="{97583DEF-9220-4A43-A43E-1304D7176AFA}" type="pres">
      <dgm:prSet presAssocID="{D2C46891-416A-4EE1-90E9-C720D5F9D2C6}" presName="spaceRect" presStyleCnt="0"/>
      <dgm:spPr/>
    </dgm:pt>
    <dgm:pt modelId="{F3327D32-0EB2-49F7-BDF6-E42B8615C0A7}" type="pres">
      <dgm:prSet presAssocID="{D2C46891-416A-4EE1-90E9-C720D5F9D2C6}" presName="textRect" presStyleLbl="revTx" presStyleIdx="0" presStyleCnt="6">
        <dgm:presLayoutVars>
          <dgm:chMax val="1"/>
          <dgm:chPref val="1"/>
        </dgm:presLayoutVars>
      </dgm:prSet>
      <dgm:spPr/>
    </dgm:pt>
    <dgm:pt modelId="{0D45CEBE-81FB-47BF-92BB-14811F288F6C}" type="pres">
      <dgm:prSet presAssocID="{A562B27D-90FA-4344-AF23-2647C9A98562}" presName="sibTrans" presStyleLbl="sibTrans2D1" presStyleIdx="0" presStyleCnt="0"/>
      <dgm:spPr/>
    </dgm:pt>
    <dgm:pt modelId="{52BD94CC-3936-4D45-9EF2-DC465BD13074}" type="pres">
      <dgm:prSet presAssocID="{9970C2F0-4F6B-45DD-819B-8108298A97EF}" presName="compNode" presStyleCnt="0"/>
      <dgm:spPr/>
    </dgm:pt>
    <dgm:pt modelId="{C5FCAEB9-E9C4-4A9B-B938-F096EA09DC19}" type="pres">
      <dgm:prSet presAssocID="{9970C2F0-4F6B-45DD-819B-8108298A97EF}" presName="iconBgRect" presStyleLbl="bgShp" presStyleIdx="1" presStyleCnt="6"/>
      <dgm:spPr/>
    </dgm:pt>
    <dgm:pt modelId="{94ACC03B-C18F-47BE-BB8C-44B286374865}" type="pres">
      <dgm:prSet presAssocID="{9970C2F0-4F6B-45DD-819B-8108298A97EF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CE9413E3-CDF3-47BE-A554-B65C2DEC3547}" type="pres">
      <dgm:prSet presAssocID="{9970C2F0-4F6B-45DD-819B-8108298A97EF}" presName="spaceRect" presStyleCnt="0"/>
      <dgm:spPr/>
    </dgm:pt>
    <dgm:pt modelId="{0D606245-261D-4FA8-A417-0B745F499D0E}" type="pres">
      <dgm:prSet presAssocID="{9970C2F0-4F6B-45DD-819B-8108298A97EF}" presName="textRect" presStyleLbl="revTx" presStyleIdx="1" presStyleCnt="6">
        <dgm:presLayoutVars>
          <dgm:chMax val="1"/>
          <dgm:chPref val="1"/>
        </dgm:presLayoutVars>
      </dgm:prSet>
      <dgm:spPr/>
    </dgm:pt>
    <dgm:pt modelId="{08D478E5-8620-440E-854C-E033E1FA2B2E}" type="pres">
      <dgm:prSet presAssocID="{4DDDB40A-E999-4664-AF84-A8FB6C39AF89}" presName="sibTrans" presStyleLbl="sibTrans2D1" presStyleIdx="0" presStyleCnt="0"/>
      <dgm:spPr/>
    </dgm:pt>
    <dgm:pt modelId="{FDEDB973-8AD3-4C05-BD7C-9DB66AF2ED0A}" type="pres">
      <dgm:prSet presAssocID="{0AC1C101-28D8-455F-B2CE-3E2D08B80D26}" presName="compNode" presStyleCnt="0"/>
      <dgm:spPr/>
    </dgm:pt>
    <dgm:pt modelId="{95CCC03B-1E88-4EC3-8B52-14D81D3C797C}" type="pres">
      <dgm:prSet presAssocID="{0AC1C101-28D8-455F-B2CE-3E2D08B80D26}" presName="iconBgRect" presStyleLbl="bgShp" presStyleIdx="2" presStyleCnt="6"/>
      <dgm:spPr/>
    </dgm:pt>
    <dgm:pt modelId="{773FE727-E78A-4116-84AB-2F6373D9ABDC}" type="pres">
      <dgm:prSet presAssocID="{0AC1C101-28D8-455F-B2CE-3E2D08B80D2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B837436D-7841-4035-A846-3970E73AD73E}" type="pres">
      <dgm:prSet presAssocID="{0AC1C101-28D8-455F-B2CE-3E2D08B80D26}" presName="spaceRect" presStyleCnt="0"/>
      <dgm:spPr/>
    </dgm:pt>
    <dgm:pt modelId="{0D09D646-C68F-4D2F-8D41-4CF6E9C6D080}" type="pres">
      <dgm:prSet presAssocID="{0AC1C101-28D8-455F-B2CE-3E2D08B80D26}" presName="textRect" presStyleLbl="revTx" presStyleIdx="2" presStyleCnt="6">
        <dgm:presLayoutVars>
          <dgm:chMax val="1"/>
          <dgm:chPref val="1"/>
        </dgm:presLayoutVars>
      </dgm:prSet>
      <dgm:spPr/>
    </dgm:pt>
    <dgm:pt modelId="{893CBC56-FD89-4B5B-B9F0-FF7CBC28B0F8}" type="pres">
      <dgm:prSet presAssocID="{2D555BD7-53AF-4FDB-9C7E-A107253C12EB}" presName="sibTrans" presStyleLbl="sibTrans2D1" presStyleIdx="0" presStyleCnt="0"/>
      <dgm:spPr/>
    </dgm:pt>
    <dgm:pt modelId="{2C0346AC-6AF9-444D-B039-97960B8E8304}" type="pres">
      <dgm:prSet presAssocID="{98303F30-A729-474C-BC53-49F1939FEBC7}" presName="compNode" presStyleCnt="0"/>
      <dgm:spPr/>
    </dgm:pt>
    <dgm:pt modelId="{974AB5E0-32E1-4E5F-848C-E5F52FB9D05E}" type="pres">
      <dgm:prSet presAssocID="{98303F30-A729-474C-BC53-49F1939FEBC7}" presName="iconBgRect" presStyleLbl="bgShp" presStyleIdx="3" presStyleCnt="6"/>
      <dgm:spPr/>
    </dgm:pt>
    <dgm:pt modelId="{5B6C8306-E95F-43F6-8357-1F0BA2EFD0C1}" type="pres">
      <dgm:prSet presAssocID="{98303F30-A729-474C-BC53-49F1939FEBC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ement truck"/>
        </a:ext>
      </dgm:extLst>
    </dgm:pt>
    <dgm:pt modelId="{9C983348-A3FB-45DD-B065-3059580FBAC5}" type="pres">
      <dgm:prSet presAssocID="{98303F30-A729-474C-BC53-49F1939FEBC7}" presName="spaceRect" presStyleCnt="0"/>
      <dgm:spPr/>
    </dgm:pt>
    <dgm:pt modelId="{CC05FC54-6ABB-4B1B-B4FF-B7B139C5F28B}" type="pres">
      <dgm:prSet presAssocID="{98303F30-A729-474C-BC53-49F1939FEBC7}" presName="textRect" presStyleLbl="revTx" presStyleIdx="3" presStyleCnt="6">
        <dgm:presLayoutVars>
          <dgm:chMax val="1"/>
          <dgm:chPref val="1"/>
        </dgm:presLayoutVars>
      </dgm:prSet>
      <dgm:spPr/>
    </dgm:pt>
    <dgm:pt modelId="{CFBE001A-94AB-4B02-B2E0-43AB3105FFB9}" type="pres">
      <dgm:prSet presAssocID="{5F35A6F5-A5E4-4372-9B6B-3DAAE5771F84}" presName="sibTrans" presStyleLbl="sibTrans2D1" presStyleIdx="0" presStyleCnt="0"/>
      <dgm:spPr/>
    </dgm:pt>
    <dgm:pt modelId="{3D1AE41B-D7B5-42F0-81F3-B833443FDA66}" type="pres">
      <dgm:prSet presAssocID="{8FAEDE39-EB76-47F7-BB5C-881B1E1B691F}" presName="compNode" presStyleCnt="0"/>
      <dgm:spPr/>
    </dgm:pt>
    <dgm:pt modelId="{192AD59E-B0DF-4358-AEC0-333A8DC2EFD3}" type="pres">
      <dgm:prSet presAssocID="{8FAEDE39-EB76-47F7-BB5C-881B1E1B691F}" presName="iconBgRect" presStyleLbl="bgShp" presStyleIdx="4" presStyleCnt="6"/>
      <dgm:spPr/>
    </dgm:pt>
    <dgm:pt modelId="{4398EFE9-B781-434D-960D-4D0D45168903}" type="pres">
      <dgm:prSet presAssocID="{8FAEDE39-EB76-47F7-BB5C-881B1E1B691F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g boat"/>
        </a:ext>
      </dgm:extLst>
    </dgm:pt>
    <dgm:pt modelId="{39FA1DD4-3936-40DA-868F-49F7355C3227}" type="pres">
      <dgm:prSet presAssocID="{8FAEDE39-EB76-47F7-BB5C-881B1E1B691F}" presName="spaceRect" presStyleCnt="0"/>
      <dgm:spPr/>
    </dgm:pt>
    <dgm:pt modelId="{D30697FD-E552-4556-8D58-04DCC7EB2425}" type="pres">
      <dgm:prSet presAssocID="{8FAEDE39-EB76-47F7-BB5C-881B1E1B691F}" presName="textRect" presStyleLbl="revTx" presStyleIdx="4" presStyleCnt="6">
        <dgm:presLayoutVars>
          <dgm:chMax val="1"/>
          <dgm:chPref val="1"/>
        </dgm:presLayoutVars>
      </dgm:prSet>
      <dgm:spPr/>
    </dgm:pt>
    <dgm:pt modelId="{5B2DC520-DE87-47EC-B040-DB5A9121FB3E}" type="pres">
      <dgm:prSet presAssocID="{0A9538CD-E1D0-4A71-B00A-12C0B5919898}" presName="sibTrans" presStyleLbl="sibTrans2D1" presStyleIdx="0" presStyleCnt="0"/>
      <dgm:spPr/>
    </dgm:pt>
    <dgm:pt modelId="{CF82B2BE-1E82-4DBC-8F8D-6A8B77316F42}" type="pres">
      <dgm:prSet presAssocID="{5A49319C-2AED-480B-87F7-62BF3E9BE2D0}" presName="compNode" presStyleCnt="0"/>
      <dgm:spPr/>
    </dgm:pt>
    <dgm:pt modelId="{76C13CD8-8574-4B83-8D20-7FDFA6DBBF51}" type="pres">
      <dgm:prSet presAssocID="{5A49319C-2AED-480B-87F7-62BF3E9BE2D0}" presName="iconBgRect" presStyleLbl="bgShp" presStyleIdx="5" presStyleCnt="6"/>
      <dgm:spPr/>
    </dgm:pt>
    <dgm:pt modelId="{E3B34238-AE7C-4FAC-9FF5-802F7E406D69}" type="pres">
      <dgm:prSet presAssocID="{5A49319C-2AED-480B-87F7-62BF3E9BE2D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617070A0-621C-4904-AC09-60B13CAA33C6}" type="pres">
      <dgm:prSet presAssocID="{5A49319C-2AED-480B-87F7-62BF3E9BE2D0}" presName="spaceRect" presStyleCnt="0"/>
      <dgm:spPr/>
    </dgm:pt>
    <dgm:pt modelId="{2F893A42-5175-49A7-859E-5D2F4962B99A}" type="pres">
      <dgm:prSet presAssocID="{5A49319C-2AED-480B-87F7-62BF3E9BE2D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3E2CF103-5C8A-4603-9DD6-C1C36C6D3711}" type="presOf" srcId="{4DDDB40A-E999-4664-AF84-A8FB6C39AF89}" destId="{08D478E5-8620-440E-854C-E033E1FA2B2E}" srcOrd="0" destOrd="0" presId="urn:microsoft.com/office/officeart/2018/2/layout/IconCircleList"/>
    <dgm:cxn modelId="{8C19EC0F-3A0B-4571-8E1D-3EF38FBD6DC1}" type="presOf" srcId="{98303F30-A729-474C-BC53-49F1939FEBC7}" destId="{CC05FC54-6ABB-4B1B-B4FF-B7B139C5F28B}" srcOrd="0" destOrd="0" presId="urn:microsoft.com/office/officeart/2018/2/layout/IconCircleList"/>
    <dgm:cxn modelId="{4D3A9211-6F5A-40D1-882A-7E0EB297DB25}" type="presOf" srcId="{5A49319C-2AED-480B-87F7-62BF3E9BE2D0}" destId="{2F893A42-5175-49A7-859E-5D2F4962B99A}" srcOrd="0" destOrd="0" presId="urn:microsoft.com/office/officeart/2018/2/layout/IconCircleList"/>
    <dgm:cxn modelId="{59763514-76F8-4FCA-A186-4263289FB3B7}" type="presOf" srcId="{D7C8326A-5B6D-4EDF-BC4B-4DE991296C8E}" destId="{554CEDF1-B11D-46C3-A461-29DBDE922A55}" srcOrd="0" destOrd="0" presId="urn:microsoft.com/office/officeart/2018/2/layout/IconCircleList"/>
    <dgm:cxn modelId="{21E8891C-9A3F-4239-854C-2E05B356D945}" type="presOf" srcId="{0A9538CD-E1D0-4A71-B00A-12C0B5919898}" destId="{5B2DC520-DE87-47EC-B040-DB5A9121FB3E}" srcOrd="0" destOrd="0" presId="urn:microsoft.com/office/officeart/2018/2/layout/IconCircleList"/>
    <dgm:cxn modelId="{AE9E2A25-A0C1-4D87-AFCE-4C237E4D1D46}" srcId="{D7C8326A-5B6D-4EDF-BC4B-4DE991296C8E}" destId="{98303F30-A729-474C-BC53-49F1939FEBC7}" srcOrd="3" destOrd="0" parTransId="{F5CE3606-B3C4-471C-B2BC-BEAEEB8D8ACB}" sibTransId="{5F35A6F5-A5E4-4372-9B6B-3DAAE5771F84}"/>
    <dgm:cxn modelId="{9FF3212C-0765-4905-BCE9-97A59F648E30}" srcId="{D7C8326A-5B6D-4EDF-BC4B-4DE991296C8E}" destId="{D2C46891-416A-4EE1-90E9-C720D5F9D2C6}" srcOrd="0" destOrd="0" parTransId="{6A1EF56A-14D1-4EF7-B8DA-060775FFDE8D}" sibTransId="{A562B27D-90FA-4344-AF23-2647C9A98562}"/>
    <dgm:cxn modelId="{173C3839-A214-4BC5-A74F-AB4B43933D73}" srcId="{D7C8326A-5B6D-4EDF-BC4B-4DE991296C8E}" destId="{5A49319C-2AED-480B-87F7-62BF3E9BE2D0}" srcOrd="5" destOrd="0" parTransId="{AA5A8491-82DE-4799-8DAA-AFBFB8E34CA9}" sibTransId="{9902C6D0-D2C6-4036-9FD0-F45830C9B5BB}"/>
    <dgm:cxn modelId="{9ADF4E3A-CB89-4B4A-B6EF-6E251C7FA4B4}" type="presOf" srcId="{A562B27D-90FA-4344-AF23-2647C9A98562}" destId="{0D45CEBE-81FB-47BF-92BB-14811F288F6C}" srcOrd="0" destOrd="0" presId="urn:microsoft.com/office/officeart/2018/2/layout/IconCircleList"/>
    <dgm:cxn modelId="{FD6C5D81-8D49-4CC5-8C77-230EB94290C9}" srcId="{D7C8326A-5B6D-4EDF-BC4B-4DE991296C8E}" destId="{8FAEDE39-EB76-47F7-BB5C-881B1E1B691F}" srcOrd="4" destOrd="0" parTransId="{88FF448D-0051-411D-ADBA-80DCB296D329}" sibTransId="{0A9538CD-E1D0-4A71-B00A-12C0B5919898}"/>
    <dgm:cxn modelId="{11C08081-D9C0-47C0-9CB8-82BE6367D09F}" type="presOf" srcId="{0AC1C101-28D8-455F-B2CE-3E2D08B80D26}" destId="{0D09D646-C68F-4D2F-8D41-4CF6E9C6D080}" srcOrd="0" destOrd="0" presId="urn:microsoft.com/office/officeart/2018/2/layout/IconCircleList"/>
    <dgm:cxn modelId="{9E51B09A-B08D-46E5-B591-27D255EC8300}" type="presOf" srcId="{5F35A6F5-A5E4-4372-9B6B-3DAAE5771F84}" destId="{CFBE001A-94AB-4B02-B2E0-43AB3105FFB9}" srcOrd="0" destOrd="0" presId="urn:microsoft.com/office/officeart/2018/2/layout/IconCircleList"/>
    <dgm:cxn modelId="{E4461C9D-2830-43A0-A11C-3BC2EF12FB11}" type="presOf" srcId="{8FAEDE39-EB76-47F7-BB5C-881B1E1B691F}" destId="{D30697FD-E552-4556-8D58-04DCC7EB2425}" srcOrd="0" destOrd="0" presId="urn:microsoft.com/office/officeart/2018/2/layout/IconCircleList"/>
    <dgm:cxn modelId="{0533C4BC-814A-4589-B7C6-1CBD74498D72}" type="presOf" srcId="{D2C46891-416A-4EE1-90E9-C720D5F9D2C6}" destId="{F3327D32-0EB2-49F7-BDF6-E42B8615C0A7}" srcOrd="0" destOrd="0" presId="urn:microsoft.com/office/officeart/2018/2/layout/IconCircleList"/>
    <dgm:cxn modelId="{714874D4-0448-4C0A-B7A0-B8EB786B6DF3}" srcId="{D7C8326A-5B6D-4EDF-BC4B-4DE991296C8E}" destId="{0AC1C101-28D8-455F-B2CE-3E2D08B80D26}" srcOrd="2" destOrd="0" parTransId="{04B69EAF-C5D4-4EA4-8E67-2D4E9EC3EC3A}" sibTransId="{2D555BD7-53AF-4FDB-9C7E-A107253C12EB}"/>
    <dgm:cxn modelId="{1D1250D6-7312-43AC-B78B-8414526046B2}" type="presOf" srcId="{2D555BD7-53AF-4FDB-9C7E-A107253C12EB}" destId="{893CBC56-FD89-4B5B-B9F0-FF7CBC28B0F8}" srcOrd="0" destOrd="0" presId="urn:microsoft.com/office/officeart/2018/2/layout/IconCircleList"/>
    <dgm:cxn modelId="{B4E82CDE-297D-4EBF-8A5E-BEB2F14AED96}" type="presOf" srcId="{9970C2F0-4F6B-45DD-819B-8108298A97EF}" destId="{0D606245-261D-4FA8-A417-0B745F499D0E}" srcOrd="0" destOrd="0" presId="urn:microsoft.com/office/officeart/2018/2/layout/IconCircleList"/>
    <dgm:cxn modelId="{45BB42E2-E69D-4AA3-BC02-081562C29D63}" srcId="{D7C8326A-5B6D-4EDF-BC4B-4DE991296C8E}" destId="{9970C2F0-4F6B-45DD-819B-8108298A97EF}" srcOrd="1" destOrd="0" parTransId="{E9D15E06-2244-4A2D-9C81-2F1C217A2DF6}" sibTransId="{4DDDB40A-E999-4664-AF84-A8FB6C39AF89}"/>
    <dgm:cxn modelId="{3B12886E-EAAF-477D-B189-F983EFFAD92A}" type="presParOf" srcId="{554CEDF1-B11D-46C3-A461-29DBDE922A55}" destId="{9AC935AF-0152-4EB1-A70F-32763D50AF76}" srcOrd="0" destOrd="0" presId="urn:microsoft.com/office/officeart/2018/2/layout/IconCircleList"/>
    <dgm:cxn modelId="{C989A7B7-8ECA-4A2C-9A12-570FB17A754C}" type="presParOf" srcId="{9AC935AF-0152-4EB1-A70F-32763D50AF76}" destId="{EB7854D0-5162-441C-B59D-916D5396A2B6}" srcOrd="0" destOrd="0" presId="urn:microsoft.com/office/officeart/2018/2/layout/IconCircleList"/>
    <dgm:cxn modelId="{B1FF5F7C-0961-4266-AD73-FBD7CF7C6B1A}" type="presParOf" srcId="{EB7854D0-5162-441C-B59D-916D5396A2B6}" destId="{4334FFEF-FD4B-4786-82AB-206A6D255036}" srcOrd="0" destOrd="0" presId="urn:microsoft.com/office/officeart/2018/2/layout/IconCircleList"/>
    <dgm:cxn modelId="{EBAC1494-D78B-443D-9F4E-75C50644FD0D}" type="presParOf" srcId="{EB7854D0-5162-441C-B59D-916D5396A2B6}" destId="{FE958FC9-B5B7-495D-AEBC-97CB15561CB5}" srcOrd="1" destOrd="0" presId="urn:microsoft.com/office/officeart/2018/2/layout/IconCircleList"/>
    <dgm:cxn modelId="{C1DB2C25-C0B5-4390-A901-4452211F8F4C}" type="presParOf" srcId="{EB7854D0-5162-441C-B59D-916D5396A2B6}" destId="{97583DEF-9220-4A43-A43E-1304D7176AFA}" srcOrd="2" destOrd="0" presId="urn:microsoft.com/office/officeart/2018/2/layout/IconCircleList"/>
    <dgm:cxn modelId="{59A5CF8E-9866-4E39-B793-0F6F8751460D}" type="presParOf" srcId="{EB7854D0-5162-441C-B59D-916D5396A2B6}" destId="{F3327D32-0EB2-49F7-BDF6-E42B8615C0A7}" srcOrd="3" destOrd="0" presId="urn:microsoft.com/office/officeart/2018/2/layout/IconCircleList"/>
    <dgm:cxn modelId="{F18F52EC-AE10-48AA-B646-40C2AEDE748F}" type="presParOf" srcId="{9AC935AF-0152-4EB1-A70F-32763D50AF76}" destId="{0D45CEBE-81FB-47BF-92BB-14811F288F6C}" srcOrd="1" destOrd="0" presId="urn:microsoft.com/office/officeart/2018/2/layout/IconCircleList"/>
    <dgm:cxn modelId="{A251C487-C181-45C5-8AC0-BC6C59D1B248}" type="presParOf" srcId="{9AC935AF-0152-4EB1-A70F-32763D50AF76}" destId="{52BD94CC-3936-4D45-9EF2-DC465BD13074}" srcOrd="2" destOrd="0" presId="urn:microsoft.com/office/officeart/2018/2/layout/IconCircleList"/>
    <dgm:cxn modelId="{77666C8D-176E-4F10-84DE-C6F86F349309}" type="presParOf" srcId="{52BD94CC-3936-4D45-9EF2-DC465BD13074}" destId="{C5FCAEB9-E9C4-4A9B-B938-F096EA09DC19}" srcOrd="0" destOrd="0" presId="urn:microsoft.com/office/officeart/2018/2/layout/IconCircleList"/>
    <dgm:cxn modelId="{7BF3E356-140A-4182-ADFD-7AAEC2612930}" type="presParOf" srcId="{52BD94CC-3936-4D45-9EF2-DC465BD13074}" destId="{94ACC03B-C18F-47BE-BB8C-44B286374865}" srcOrd="1" destOrd="0" presId="urn:microsoft.com/office/officeart/2018/2/layout/IconCircleList"/>
    <dgm:cxn modelId="{E91A6213-0A3E-4F53-A6BC-E1B21ED3259B}" type="presParOf" srcId="{52BD94CC-3936-4D45-9EF2-DC465BD13074}" destId="{CE9413E3-CDF3-47BE-A554-B65C2DEC3547}" srcOrd="2" destOrd="0" presId="urn:microsoft.com/office/officeart/2018/2/layout/IconCircleList"/>
    <dgm:cxn modelId="{AA251B33-1E41-471B-BAC6-4D10B3BBD2BC}" type="presParOf" srcId="{52BD94CC-3936-4D45-9EF2-DC465BD13074}" destId="{0D606245-261D-4FA8-A417-0B745F499D0E}" srcOrd="3" destOrd="0" presId="urn:microsoft.com/office/officeart/2018/2/layout/IconCircleList"/>
    <dgm:cxn modelId="{74FCAE6B-D033-4B9F-B0BE-14D1FE3AA92F}" type="presParOf" srcId="{9AC935AF-0152-4EB1-A70F-32763D50AF76}" destId="{08D478E5-8620-440E-854C-E033E1FA2B2E}" srcOrd="3" destOrd="0" presId="urn:microsoft.com/office/officeart/2018/2/layout/IconCircleList"/>
    <dgm:cxn modelId="{7C598B98-9987-4461-8DF3-8AB1E69A1D03}" type="presParOf" srcId="{9AC935AF-0152-4EB1-A70F-32763D50AF76}" destId="{FDEDB973-8AD3-4C05-BD7C-9DB66AF2ED0A}" srcOrd="4" destOrd="0" presId="urn:microsoft.com/office/officeart/2018/2/layout/IconCircleList"/>
    <dgm:cxn modelId="{EA1B28A1-F4FB-4C51-A3BE-D5EAF2B920A4}" type="presParOf" srcId="{FDEDB973-8AD3-4C05-BD7C-9DB66AF2ED0A}" destId="{95CCC03B-1E88-4EC3-8B52-14D81D3C797C}" srcOrd="0" destOrd="0" presId="urn:microsoft.com/office/officeart/2018/2/layout/IconCircleList"/>
    <dgm:cxn modelId="{3AAA575F-986C-4E8A-B6AC-8F4A8EE9EAFB}" type="presParOf" srcId="{FDEDB973-8AD3-4C05-BD7C-9DB66AF2ED0A}" destId="{773FE727-E78A-4116-84AB-2F6373D9ABDC}" srcOrd="1" destOrd="0" presId="urn:microsoft.com/office/officeart/2018/2/layout/IconCircleList"/>
    <dgm:cxn modelId="{89ABCCA7-2FC6-4D7B-9A3A-8739C0A93646}" type="presParOf" srcId="{FDEDB973-8AD3-4C05-BD7C-9DB66AF2ED0A}" destId="{B837436D-7841-4035-A846-3970E73AD73E}" srcOrd="2" destOrd="0" presId="urn:microsoft.com/office/officeart/2018/2/layout/IconCircleList"/>
    <dgm:cxn modelId="{3AF0E4EC-EF05-4023-8338-B867695477C6}" type="presParOf" srcId="{FDEDB973-8AD3-4C05-BD7C-9DB66AF2ED0A}" destId="{0D09D646-C68F-4D2F-8D41-4CF6E9C6D080}" srcOrd="3" destOrd="0" presId="urn:microsoft.com/office/officeart/2018/2/layout/IconCircleList"/>
    <dgm:cxn modelId="{B34F4817-53CC-4809-8475-A63AACE64529}" type="presParOf" srcId="{9AC935AF-0152-4EB1-A70F-32763D50AF76}" destId="{893CBC56-FD89-4B5B-B9F0-FF7CBC28B0F8}" srcOrd="5" destOrd="0" presId="urn:microsoft.com/office/officeart/2018/2/layout/IconCircleList"/>
    <dgm:cxn modelId="{2EAB669A-F486-4A01-930D-A28360CD56B3}" type="presParOf" srcId="{9AC935AF-0152-4EB1-A70F-32763D50AF76}" destId="{2C0346AC-6AF9-444D-B039-97960B8E8304}" srcOrd="6" destOrd="0" presId="urn:microsoft.com/office/officeart/2018/2/layout/IconCircleList"/>
    <dgm:cxn modelId="{31EC4394-1858-44AD-B924-124402008899}" type="presParOf" srcId="{2C0346AC-6AF9-444D-B039-97960B8E8304}" destId="{974AB5E0-32E1-4E5F-848C-E5F52FB9D05E}" srcOrd="0" destOrd="0" presId="urn:microsoft.com/office/officeart/2018/2/layout/IconCircleList"/>
    <dgm:cxn modelId="{4D20C3CA-83FF-4CDF-802E-DA4A183B6811}" type="presParOf" srcId="{2C0346AC-6AF9-444D-B039-97960B8E8304}" destId="{5B6C8306-E95F-43F6-8357-1F0BA2EFD0C1}" srcOrd="1" destOrd="0" presId="urn:microsoft.com/office/officeart/2018/2/layout/IconCircleList"/>
    <dgm:cxn modelId="{E84CEC6D-30AC-43DB-90C9-7B7AD14B62C7}" type="presParOf" srcId="{2C0346AC-6AF9-444D-B039-97960B8E8304}" destId="{9C983348-A3FB-45DD-B065-3059580FBAC5}" srcOrd="2" destOrd="0" presId="urn:microsoft.com/office/officeart/2018/2/layout/IconCircleList"/>
    <dgm:cxn modelId="{F359EC2C-C6E4-4DA0-BA76-56ABD46F0F46}" type="presParOf" srcId="{2C0346AC-6AF9-444D-B039-97960B8E8304}" destId="{CC05FC54-6ABB-4B1B-B4FF-B7B139C5F28B}" srcOrd="3" destOrd="0" presId="urn:microsoft.com/office/officeart/2018/2/layout/IconCircleList"/>
    <dgm:cxn modelId="{DBBE9A54-430F-4F0D-B1D3-2ECD548C726B}" type="presParOf" srcId="{9AC935AF-0152-4EB1-A70F-32763D50AF76}" destId="{CFBE001A-94AB-4B02-B2E0-43AB3105FFB9}" srcOrd="7" destOrd="0" presId="urn:microsoft.com/office/officeart/2018/2/layout/IconCircleList"/>
    <dgm:cxn modelId="{CA5D2450-E80F-4072-87B5-7C0CCDACA5DB}" type="presParOf" srcId="{9AC935AF-0152-4EB1-A70F-32763D50AF76}" destId="{3D1AE41B-D7B5-42F0-81F3-B833443FDA66}" srcOrd="8" destOrd="0" presId="urn:microsoft.com/office/officeart/2018/2/layout/IconCircleList"/>
    <dgm:cxn modelId="{FC7C707A-7EA1-4EE5-A6B4-35141A12B0DC}" type="presParOf" srcId="{3D1AE41B-D7B5-42F0-81F3-B833443FDA66}" destId="{192AD59E-B0DF-4358-AEC0-333A8DC2EFD3}" srcOrd="0" destOrd="0" presId="urn:microsoft.com/office/officeart/2018/2/layout/IconCircleList"/>
    <dgm:cxn modelId="{ABEE20ED-83F6-48B2-B182-D27908818807}" type="presParOf" srcId="{3D1AE41B-D7B5-42F0-81F3-B833443FDA66}" destId="{4398EFE9-B781-434D-960D-4D0D45168903}" srcOrd="1" destOrd="0" presId="urn:microsoft.com/office/officeart/2018/2/layout/IconCircleList"/>
    <dgm:cxn modelId="{629A3120-FC55-441C-8E00-17CD9FE24226}" type="presParOf" srcId="{3D1AE41B-D7B5-42F0-81F3-B833443FDA66}" destId="{39FA1DD4-3936-40DA-868F-49F7355C3227}" srcOrd="2" destOrd="0" presId="urn:microsoft.com/office/officeart/2018/2/layout/IconCircleList"/>
    <dgm:cxn modelId="{09B161A0-29D7-4A89-ABA2-45161CE2138D}" type="presParOf" srcId="{3D1AE41B-D7B5-42F0-81F3-B833443FDA66}" destId="{D30697FD-E552-4556-8D58-04DCC7EB2425}" srcOrd="3" destOrd="0" presId="urn:microsoft.com/office/officeart/2018/2/layout/IconCircleList"/>
    <dgm:cxn modelId="{B32B30E7-AEC3-4634-9840-C1799E57A786}" type="presParOf" srcId="{9AC935AF-0152-4EB1-A70F-32763D50AF76}" destId="{5B2DC520-DE87-47EC-B040-DB5A9121FB3E}" srcOrd="9" destOrd="0" presId="urn:microsoft.com/office/officeart/2018/2/layout/IconCircleList"/>
    <dgm:cxn modelId="{078B05E3-2E9D-4A39-A17A-A95AA3DCC31E}" type="presParOf" srcId="{9AC935AF-0152-4EB1-A70F-32763D50AF76}" destId="{CF82B2BE-1E82-4DBC-8F8D-6A8B77316F42}" srcOrd="10" destOrd="0" presId="urn:microsoft.com/office/officeart/2018/2/layout/IconCircleList"/>
    <dgm:cxn modelId="{3CC9545D-8AB1-4933-9381-4910741479BC}" type="presParOf" srcId="{CF82B2BE-1E82-4DBC-8F8D-6A8B77316F42}" destId="{76C13CD8-8574-4B83-8D20-7FDFA6DBBF51}" srcOrd="0" destOrd="0" presId="urn:microsoft.com/office/officeart/2018/2/layout/IconCircleList"/>
    <dgm:cxn modelId="{061840F8-FD75-49C7-9751-BA2E46EB6B6C}" type="presParOf" srcId="{CF82B2BE-1E82-4DBC-8F8D-6A8B77316F42}" destId="{E3B34238-AE7C-4FAC-9FF5-802F7E406D69}" srcOrd="1" destOrd="0" presId="urn:microsoft.com/office/officeart/2018/2/layout/IconCircleList"/>
    <dgm:cxn modelId="{95775C95-49B6-465A-8093-E0C85995B54A}" type="presParOf" srcId="{CF82B2BE-1E82-4DBC-8F8D-6A8B77316F42}" destId="{617070A0-621C-4904-AC09-60B13CAA33C6}" srcOrd="2" destOrd="0" presId="urn:microsoft.com/office/officeart/2018/2/layout/IconCircleList"/>
    <dgm:cxn modelId="{5D68E2A8-E0B1-4619-BA1D-50EB1B321F0C}" type="presParOf" srcId="{CF82B2BE-1E82-4DBC-8F8D-6A8B77316F42}" destId="{2F893A42-5175-49A7-859E-5D2F4962B99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2AF63DF-024E-464A-A9E8-E813E8788F98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6F0597E-B3BB-4EB4-BB99-05D9CBB8B37A}">
      <dgm:prSet/>
      <dgm:spPr/>
      <dgm:t>
        <a:bodyPr/>
        <a:lstStyle/>
        <a:p>
          <a:r>
            <a:rPr lang="en-DK" b="1"/>
            <a:t>Pr</a:t>
          </a:r>
          <a:r>
            <a:rPr lang="en-US" b="1"/>
            <a:t>ocess:</a:t>
          </a:r>
          <a:endParaRPr lang="en-US"/>
        </a:p>
      </dgm:t>
    </dgm:pt>
    <dgm:pt modelId="{517C0D8E-581F-4EA8-942F-80072524B357}" type="parTrans" cxnId="{7EE50B4B-B304-4B84-8509-56AC3A376562}">
      <dgm:prSet/>
      <dgm:spPr/>
      <dgm:t>
        <a:bodyPr/>
        <a:lstStyle/>
        <a:p>
          <a:endParaRPr lang="en-US"/>
        </a:p>
      </dgm:t>
    </dgm:pt>
    <dgm:pt modelId="{83A57F75-A4BF-4915-9D0B-6C451DDD2F16}" type="sibTrans" cxnId="{7EE50B4B-B304-4B84-8509-56AC3A376562}">
      <dgm:prSet/>
      <dgm:spPr/>
      <dgm:t>
        <a:bodyPr/>
        <a:lstStyle/>
        <a:p>
          <a:endParaRPr lang="en-US"/>
        </a:p>
      </dgm:t>
    </dgm:pt>
    <dgm:pt modelId="{6B6F7A11-7593-4992-AF20-17933DEFC801}">
      <dgm:prSet/>
      <dgm:spPr/>
      <dgm:t>
        <a:bodyPr/>
        <a:lstStyle/>
        <a:p>
          <a:r>
            <a:rPr lang="en-US" dirty="0"/>
            <a:t>Input daily/weekly order data into the system (Excel or ERP integration).</a:t>
          </a:r>
        </a:p>
      </dgm:t>
    </dgm:pt>
    <dgm:pt modelId="{F865675E-4225-46F9-87E6-29444CD5428A}" type="parTrans" cxnId="{FB593B79-5F72-4EFD-9574-5EE66AF72B07}">
      <dgm:prSet/>
      <dgm:spPr/>
      <dgm:t>
        <a:bodyPr/>
        <a:lstStyle/>
        <a:p>
          <a:endParaRPr lang="en-US"/>
        </a:p>
      </dgm:t>
    </dgm:pt>
    <dgm:pt modelId="{5B42E390-0503-4C31-94FD-611B4B0B1486}" type="sibTrans" cxnId="{FB593B79-5F72-4EFD-9574-5EE66AF72B07}">
      <dgm:prSet/>
      <dgm:spPr/>
      <dgm:t>
        <a:bodyPr/>
        <a:lstStyle/>
        <a:p>
          <a:endParaRPr lang="en-US"/>
        </a:p>
      </dgm:t>
    </dgm:pt>
    <dgm:pt modelId="{DF7C59C9-8AE9-402A-AD69-35F4C3014BA4}">
      <dgm:prSet/>
      <dgm:spPr/>
      <dgm:t>
        <a:bodyPr/>
        <a:lstStyle/>
        <a:p>
          <a:r>
            <a:rPr lang="en-US" dirty="0"/>
            <a:t>Optimization engine runs automatically (</a:t>
          </a:r>
          <a:r>
            <a:rPr lang="en-DK" dirty="0"/>
            <a:t>e.g., </a:t>
          </a:r>
          <a:r>
            <a:rPr lang="en-US" dirty="0"/>
            <a:t>powered by </a:t>
          </a:r>
          <a:r>
            <a:rPr lang="en-US" dirty="0" err="1"/>
            <a:t>Gurobi</a:t>
          </a:r>
          <a:r>
            <a:rPr lang="en-US" dirty="0"/>
            <a:t>).</a:t>
          </a:r>
        </a:p>
      </dgm:t>
    </dgm:pt>
    <dgm:pt modelId="{48F8D023-1E22-4E68-8079-E3C5100EED21}" type="parTrans" cxnId="{0E21A4ED-CA8E-4100-A154-51D78883A38F}">
      <dgm:prSet/>
      <dgm:spPr/>
      <dgm:t>
        <a:bodyPr/>
        <a:lstStyle/>
        <a:p>
          <a:endParaRPr lang="en-US"/>
        </a:p>
      </dgm:t>
    </dgm:pt>
    <dgm:pt modelId="{E77FF8B7-EADE-4AFE-A0F6-6E3772E8F2BE}" type="sibTrans" cxnId="{0E21A4ED-CA8E-4100-A154-51D78883A38F}">
      <dgm:prSet/>
      <dgm:spPr/>
      <dgm:t>
        <a:bodyPr/>
        <a:lstStyle/>
        <a:p>
          <a:endParaRPr lang="en-US"/>
        </a:p>
      </dgm:t>
    </dgm:pt>
    <dgm:pt modelId="{9A38354F-2203-4380-9530-760D447105CD}">
      <dgm:prSet/>
      <dgm:spPr/>
      <dgm:t>
        <a:bodyPr/>
        <a:lstStyle/>
        <a:p>
          <a:r>
            <a:rPr lang="en-US" dirty="0"/>
            <a:t>Output: delivery schedule + truck routes.</a:t>
          </a:r>
        </a:p>
      </dgm:t>
    </dgm:pt>
    <dgm:pt modelId="{E8BBB277-0803-4B25-A058-EFAE5BCB8F44}" type="parTrans" cxnId="{C66C8D75-9722-48E0-ABB2-225D1185F5EE}">
      <dgm:prSet/>
      <dgm:spPr/>
      <dgm:t>
        <a:bodyPr/>
        <a:lstStyle/>
        <a:p>
          <a:endParaRPr lang="en-US"/>
        </a:p>
      </dgm:t>
    </dgm:pt>
    <dgm:pt modelId="{58A7B5BF-32AC-4A59-9A4F-77EE6F3E0DD4}" type="sibTrans" cxnId="{C66C8D75-9722-48E0-ABB2-225D1185F5EE}">
      <dgm:prSet/>
      <dgm:spPr/>
      <dgm:t>
        <a:bodyPr/>
        <a:lstStyle/>
        <a:p>
          <a:endParaRPr lang="en-US"/>
        </a:p>
      </dgm:t>
    </dgm:pt>
    <dgm:pt modelId="{EB056D02-075C-4876-887A-F4BEBADA9FB2}">
      <dgm:prSet/>
      <dgm:spPr/>
      <dgm:t>
        <a:bodyPr/>
        <a:lstStyle/>
        <a:p>
          <a:r>
            <a:rPr lang="en-US"/>
            <a:t>Dispatch team reviews and approves.</a:t>
          </a:r>
        </a:p>
      </dgm:t>
    </dgm:pt>
    <dgm:pt modelId="{C64A92DF-9298-4AB7-A2F3-E58077EEA24B}" type="parTrans" cxnId="{E323761C-5A5C-4169-B29A-F91E6100663F}">
      <dgm:prSet/>
      <dgm:spPr/>
      <dgm:t>
        <a:bodyPr/>
        <a:lstStyle/>
        <a:p>
          <a:endParaRPr lang="en-US"/>
        </a:p>
      </dgm:t>
    </dgm:pt>
    <dgm:pt modelId="{E3E01995-5782-4CE7-80DE-9A6B7FFF78E2}" type="sibTrans" cxnId="{E323761C-5A5C-4169-B29A-F91E6100663F}">
      <dgm:prSet/>
      <dgm:spPr/>
      <dgm:t>
        <a:bodyPr/>
        <a:lstStyle/>
        <a:p>
          <a:endParaRPr lang="en-US"/>
        </a:p>
      </dgm:t>
    </dgm:pt>
    <dgm:pt modelId="{A90D00CF-6231-4A36-9CFB-7A3CE02DAC3D}">
      <dgm:prSet/>
      <dgm:spPr/>
      <dgm:t>
        <a:bodyPr/>
        <a:lstStyle/>
        <a:p>
          <a:r>
            <a:rPr lang="en-US"/>
            <a:t>Routes shared with drivers via mobile or printed manifest.</a:t>
          </a:r>
        </a:p>
      </dgm:t>
    </dgm:pt>
    <dgm:pt modelId="{6C22F1C8-B071-42A4-B692-2D5843A343DB}" type="parTrans" cxnId="{ACA2BCF2-3993-422D-8CC8-0CBA99F137EE}">
      <dgm:prSet/>
      <dgm:spPr/>
      <dgm:t>
        <a:bodyPr/>
        <a:lstStyle/>
        <a:p>
          <a:endParaRPr lang="en-US"/>
        </a:p>
      </dgm:t>
    </dgm:pt>
    <dgm:pt modelId="{5EB03001-DCE4-4F9A-A967-926A8D79CE1C}" type="sibTrans" cxnId="{ACA2BCF2-3993-422D-8CC8-0CBA99F137EE}">
      <dgm:prSet/>
      <dgm:spPr/>
      <dgm:t>
        <a:bodyPr/>
        <a:lstStyle/>
        <a:p>
          <a:endParaRPr lang="en-US"/>
        </a:p>
      </dgm:t>
    </dgm:pt>
    <dgm:pt modelId="{0B33453C-4445-4632-9634-5EAC18555F3D}">
      <dgm:prSet/>
      <dgm:spPr/>
      <dgm:t>
        <a:bodyPr/>
        <a:lstStyle/>
        <a:p>
          <a:r>
            <a:rPr lang="en-US" b="1"/>
            <a:t>Deployment Option:</a:t>
          </a:r>
          <a:endParaRPr lang="en-US"/>
        </a:p>
      </dgm:t>
    </dgm:pt>
    <dgm:pt modelId="{EB4807EE-7DA1-46A0-BCCB-F8237B53BA5C}" type="parTrans" cxnId="{91ACEACE-2B07-495B-A56E-87BAA554E688}">
      <dgm:prSet/>
      <dgm:spPr/>
      <dgm:t>
        <a:bodyPr/>
        <a:lstStyle/>
        <a:p>
          <a:endParaRPr lang="en-US"/>
        </a:p>
      </dgm:t>
    </dgm:pt>
    <dgm:pt modelId="{870E0C71-1AAE-4472-A5D9-F736BDE63553}" type="sibTrans" cxnId="{91ACEACE-2B07-495B-A56E-87BAA554E688}">
      <dgm:prSet/>
      <dgm:spPr/>
      <dgm:t>
        <a:bodyPr/>
        <a:lstStyle/>
        <a:p>
          <a:endParaRPr lang="en-US"/>
        </a:p>
      </dgm:t>
    </dgm:pt>
    <dgm:pt modelId="{BBEDC3AC-00C8-4AB6-A1AA-E870F594D7E9}">
      <dgm:prSet/>
      <dgm:spPr/>
      <dgm:t>
        <a:bodyPr/>
        <a:lstStyle/>
        <a:p>
          <a:r>
            <a:rPr lang="en-US"/>
            <a:t>Cloud-based dashboard or internal planning tool.</a:t>
          </a:r>
        </a:p>
      </dgm:t>
    </dgm:pt>
    <dgm:pt modelId="{5FCFDA7A-153C-4062-A00F-E22C7CF42010}" type="parTrans" cxnId="{B51EDDCC-B09C-4963-A93A-54D9232FB163}">
      <dgm:prSet/>
      <dgm:spPr/>
      <dgm:t>
        <a:bodyPr/>
        <a:lstStyle/>
        <a:p>
          <a:endParaRPr lang="en-US"/>
        </a:p>
      </dgm:t>
    </dgm:pt>
    <dgm:pt modelId="{1B09E75D-03D2-453B-9863-494075FA1CBE}" type="sibTrans" cxnId="{B51EDDCC-B09C-4963-A93A-54D9232FB163}">
      <dgm:prSet/>
      <dgm:spPr/>
      <dgm:t>
        <a:bodyPr/>
        <a:lstStyle/>
        <a:p>
          <a:endParaRPr lang="en-US"/>
        </a:p>
      </dgm:t>
    </dgm:pt>
    <dgm:pt modelId="{EC817334-0B52-48AF-BAC9-ABBEDD25AC72}" type="pres">
      <dgm:prSet presAssocID="{12AF63DF-024E-464A-A9E8-E813E8788F98}" presName="linear" presStyleCnt="0">
        <dgm:presLayoutVars>
          <dgm:dir/>
          <dgm:animLvl val="lvl"/>
          <dgm:resizeHandles val="exact"/>
        </dgm:presLayoutVars>
      </dgm:prSet>
      <dgm:spPr/>
    </dgm:pt>
    <dgm:pt modelId="{FA5B0DE9-99C4-461E-A85D-595390FE461B}" type="pres">
      <dgm:prSet presAssocID="{36F0597E-B3BB-4EB4-BB99-05D9CBB8B37A}" presName="parentLin" presStyleCnt="0"/>
      <dgm:spPr/>
    </dgm:pt>
    <dgm:pt modelId="{21D2BCEB-E86A-4D7D-B723-48BFFEA78E81}" type="pres">
      <dgm:prSet presAssocID="{36F0597E-B3BB-4EB4-BB99-05D9CBB8B37A}" presName="parentLeftMargin" presStyleLbl="node1" presStyleIdx="0" presStyleCnt="2"/>
      <dgm:spPr/>
    </dgm:pt>
    <dgm:pt modelId="{9C4E8E52-7DA4-4C18-87CE-3DEF573428F6}" type="pres">
      <dgm:prSet presAssocID="{36F0597E-B3BB-4EB4-BB99-05D9CBB8B37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47BCFE0-45EA-48DD-886F-86D9D7817BA7}" type="pres">
      <dgm:prSet presAssocID="{36F0597E-B3BB-4EB4-BB99-05D9CBB8B37A}" presName="negativeSpace" presStyleCnt="0"/>
      <dgm:spPr/>
    </dgm:pt>
    <dgm:pt modelId="{69B33444-505D-4851-9FF8-6C229092089D}" type="pres">
      <dgm:prSet presAssocID="{36F0597E-B3BB-4EB4-BB99-05D9CBB8B37A}" presName="childText" presStyleLbl="conFgAcc1" presStyleIdx="0" presStyleCnt="2">
        <dgm:presLayoutVars>
          <dgm:bulletEnabled val="1"/>
        </dgm:presLayoutVars>
      </dgm:prSet>
      <dgm:spPr/>
    </dgm:pt>
    <dgm:pt modelId="{649721F0-DD5C-492F-ABF0-C337E6025975}" type="pres">
      <dgm:prSet presAssocID="{83A57F75-A4BF-4915-9D0B-6C451DDD2F16}" presName="spaceBetweenRectangles" presStyleCnt="0"/>
      <dgm:spPr/>
    </dgm:pt>
    <dgm:pt modelId="{3DE0042B-436D-454F-A150-FC6558F071D4}" type="pres">
      <dgm:prSet presAssocID="{0B33453C-4445-4632-9634-5EAC18555F3D}" presName="parentLin" presStyleCnt="0"/>
      <dgm:spPr/>
    </dgm:pt>
    <dgm:pt modelId="{CAF2D626-726A-46AF-9C3A-FB904B59A4BA}" type="pres">
      <dgm:prSet presAssocID="{0B33453C-4445-4632-9634-5EAC18555F3D}" presName="parentLeftMargin" presStyleLbl="node1" presStyleIdx="0" presStyleCnt="2"/>
      <dgm:spPr/>
    </dgm:pt>
    <dgm:pt modelId="{6BFF1764-52D1-4E47-A831-CE10C9FE302A}" type="pres">
      <dgm:prSet presAssocID="{0B33453C-4445-4632-9634-5EAC18555F3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4BC1CF8-3B62-4CBA-AC02-911622FE787A}" type="pres">
      <dgm:prSet presAssocID="{0B33453C-4445-4632-9634-5EAC18555F3D}" presName="negativeSpace" presStyleCnt="0"/>
      <dgm:spPr/>
    </dgm:pt>
    <dgm:pt modelId="{26AFC5C4-1D24-4A15-BB73-C55DD6B4C7CD}" type="pres">
      <dgm:prSet presAssocID="{0B33453C-4445-4632-9634-5EAC18555F3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323761C-5A5C-4169-B29A-F91E6100663F}" srcId="{36F0597E-B3BB-4EB4-BB99-05D9CBB8B37A}" destId="{EB056D02-075C-4876-887A-F4BEBADA9FB2}" srcOrd="3" destOrd="0" parTransId="{C64A92DF-9298-4AB7-A2F3-E58077EEA24B}" sibTransId="{E3E01995-5782-4CE7-80DE-9A6B7FFF78E2}"/>
    <dgm:cxn modelId="{9CEF041D-A55F-46E6-BD2E-590F029A661D}" type="presOf" srcId="{DF7C59C9-8AE9-402A-AD69-35F4C3014BA4}" destId="{69B33444-505D-4851-9FF8-6C229092089D}" srcOrd="0" destOrd="1" presId="urn:microsoft.com/office/officeart/2005/8/layout/list1"/>
    <dgm:cxn modelId="{BE774A40-7008-412B-B76B-F971C26093C3}" type="presOf" srcId="{0B33453C-4445-4632-9634-5EAC18555F3D}" destId="{CAF2D626-726A-46AF-9C3A-FB904B59A4BA}" srcOrd="0" destOrd="0" presId="urn:microsoft.com/office/officeart/2005/8/layout/list1"/>
    <dgm:cxn modelId="{7EE50B4B-B304-4B84-8509-56AC3A376562}" srcId="{12AF63DF-024E-464A-A9E8-E813E8788F98}" destId="{36F0597E-B3BB-4EB4-BB99-05D9CBB8B37A}" srcOrd="0" destOrd="0" parTransId="{517C0D8E-581F-4EA8-942F-80072524B357}" sibTransId="{83A57F75-A4BF-4915-9D0B-6C451DDD2F16}"/>
    <dgm:cxn modelId="{675D804B-C579-4250-8BED-279C44AF3DF8}" type="presOf" srcId="{A90D00CF-6231-4A36-9CFB-7A3CE02DAC3D}" destId="{69B33444-505D-4851-9FF8-6C229092089D}" srcOrd="0" destOrd="4" presId="urn:microsoft.com/office/officeart/2005/8/layout/list1"/>
    <dgm:cxn modelId="{5A19E86D-3165-44C1-B268-B26956E8A57B}" type="presOf" srcId="{36F0597E-B3BB-4EB4-BB99-05D9CBB8B37A}" destId="{9C4E8E52-7DA4-4C18-87CE-3DEF573428F6}" srcOrd="1" destOrd="0" presId="urn:microsoft.com/office/officeart/2005/8/layout/list1"/>
    <dgm:cxn modelId="{668FAF6E-125C-4D63-B341-203955513EF4}" type="presOf" srcId="{0B33453C-4445-4632-9634-5EAC18555F3D}" destId="{6BFF1764-52D1-4E47-A831-CE10C9FE302A}" srcOrd="1" destOrd="0" presId="urn:microsoft.com/office/officeart/2005/8/layout/list1"/>
    <dgm:cxn modelId="{C66C8D75-9722-48E0-ABB2-225D1185F5EE}" srcId="{36F0597E-B3BB-4EB4-BB99-05D9CBB8B37A}" destId="{9A38354F-2203-4380-9530-760D447105CD}" srcOrd="2" destOrd="0" parTransId="{E8BBB277-0803-4B25-A058-EFAE5BCB8F44}" sibTransId="{58A7B5BF-32AC-4A59-9A4F-77EE6F3E0DD4}"/>
    <dgm:cxn modelId="{9C937558-4793-4508-B7B2-2EF78687EB12}" type="presOf" srcId="{12AF63DF-024E-464A-A9E8-E813E8788F98}" destId="{EC817334-0B52-48AF-BAC9-ABBEDD25AC72}" srcOrd="0" destOrd="0" presId="urn:microsoft.com/office/officeart/2005/8/layout/list1"/>
    <dgm:cxn modelId="{FB593B79-5F72-4EFD-9574-5EE66AF72B07}" srcId="{36F0597E-B3BB-4EB4-BB99-05D9CBB8B37A}" destId="{6B6F7A11-7593-4992-AF20-17933DEFC801}" srcOrd="0" destOrd="0" parTransId="{F865675E-4225-46F9-87E6-29444CD5428A}" sibTransId="{5B42E390-0503-4C31-94FD-611B4B0B1486}"/>
    <dgm:cxn modelId="{B90C248C-D22E-425E-A2A9-A944B5397F15}" type="presOf" srcId="{9A38354F-2203-4380-9530-760D447105CD}" destId="{69B33444-505D-4851-9FF8-6C229092089D}" srcOrd="0" destOrd="2" presId="urn:microsoft.com/office/officeart/2005/8/layout/list1"/>
    <dgm:cxn modelId="{E77BCCA1-8466-4764-B149-97D7DB41064A}" type="presOf" srcId="{6B6F7A11-7593-4992-AF20-17933DEFC801}" destId="{69B33444-505D-4851-9FF8-6C229092089D}" srcOrd="0" destOrd="0" presId="urn:microsoft.com/office/officeart/2005/8/layout/list1"/>
    <dgm:cxn modelId="{065750A2-8933-46A7-AE36-38DD4FB882B9}" type="presOf" srcId="{36F0597E-B3BB-4EB4-BB99-05D9CBB8B37A}" destId="{21D2BCEB-E86A-4D7D-B723-48BFFEA78E81}" srcOrd="0" destOrd="0" presId="urn:microsoft.com/office/officeart/2005/8/layout/list1"/>
    <dgm:cxn modelId="{D05119B8-0109-4D6D-ACA6-2659EB136BD8}" type="presOf" srcId="{BBEDC3AC-00C8-4AB6-A1AA-E870F594D7E9}" destId="{26AFC5C4-1D24-4A15-BB73-C55DD6B4C7CD}" srcOrd="0" destOrd="0" presId="urn:microsoft.com/office/officeart/2005/8/layout/list1"/>
    <dgm:cxn modelId="{B51EDDCC-B09C-4963-A93A-54D9232FB163}" srcId="{0B33453C-4445-4632-9634-5EAC18555F3D}" destId="{BBEDC3AC-00C8-4AB6-A1AA-E870F594D7E9}" srcOrd="0" destOrd="0" parTransId="{5FCFDA7A-153C-4062-A00F-E22C7CF42010}" sibTransId="{1B09E75D-03D2-453B-9863-494075FA1CBE}"/>
    <dgm:cxn modelId="{91ACEACE-2B07-495B-A56E-87BAA554E688}" srcId="{12AF63DF-024E-464A-A9E8-E813E8788F98}" destId="{0B33453C-4445-4632-9634-5EAC18555F3D}" srcOrd="1" destOrd="0" parTransId="{EB4807EE-7DA1-46A0-BCCB-F8237B53BA5C}" sibTransId="{870E0C71-1AAE-4472-A5D9-F736BDE63553}"/>
    <dgm:cxn modelId="{0E21A4ED-CA8E-4100-A154-51D78883A38F}" srcId="{36F0597E-B3BB-4EB4-BB99-05D9CBB8B37A}" destId="{DF7C59C9-8AE9-402A-AD69-35F4C3014BA4}" srcOrd="1" destOrd="0" parTransId="{48F8D023-1E22-4E68-8079-E3C5100EED21}" sibTransId="{E77FF8B7-EADE-4AFE-A0F6-6E3772E8F2BE}"/>
    <dgm:cxn modelId="{3F7064F2-A08C-4453-8673-2D3350F41074}" type="presOf" srcId="{EB056D02-075C-4876-887A-F4BEBADA9FB2}" destId="{69B33444-505D-4851-9FF8-6C229092089D}" srcOrd="0" destOrd="3" presId="urn:microsoft.com/office/officeart/2005/8/layout/list1"/>
    <dgm:cxn modelId="{ACA2BCF2-3993-422D-8CC8-0CBA99F137EE}" srcId="{36F0597E-B3BB-4EB4-BB99-05D9CBB8B37A}" destId="{A90D00CF-6231-4A36-9CFB-7A3CE02DAC3D}" srcOrd="4" destOrd="0" parTransId="{6C22F1C8-B071-42A4-B692-2D5843A343DB}" sibTransId="{5EB03001-DCE4-4F9A-A967-926A8D79CE1C}"/>
    <dgm:cxn modelId="{1132BCC4-6AEC-42CC-8FEC-7AF4F4B72C1B}" type="presParOf" srcId="{EC817334-0B52-48AF-BAC9-ABBEDD25AC72}" destId="{FA5B0DE9-99C4-461E-A85D-595390FE461B}" srcOrd="0" destOrd="0" presId="urn:microsoft.com/office/officeart/2005/8/layout/list1"/>
    <dgm:cxn modelId="{F444B4C7-035A-49DB-A730-A6B5291EEC34}" type="presParOf" srcId="{FA5B0DE9-99C4-461E-A85D-595390FE461B}" destId="{21D2BCEB-E86A-4D7D-B723-48BFFEA78E81}" srcOrd="0" destOrd="0" presId="urn:microsoft.com/office/officeart/2005/8/layout/list1"/>
    <dgm:cxn modelId="{98281777-BC4D-4614-B818-FA456ABB33FC}" type="presParOf" srcId="{FA5B0DE9-99C4-461E-A85D-595390FE461B}" destId="{9C4E8E52-7DA4-4C18-87CE-3DEF573428F6}" srcOrd="1" destOrd="0" presId="urn:microsoft.com/office/officeart/2005/8/layout/list1"/>
    <dgm:cxn modelId="{668494C9-AB42-4686-8212-AB4327214B9D}" type="presParOf" srcId="{EC817334-0B52-48AF-BAC9-ABBEDD25AC72}" destId="{647BCFE0-45EA-48DD-886F-86D9D7817BA7}" srcOrd="1" destOrd="0" presId="urn:microsoft.com/office/officeart/2005/8/layout/list1"/>
    <dgm:cxn modelId="{CFB410FC-838E-4B95-8328-20C98DFB232B}" type="presParOf" srcId="{EC817334-0B52-48AF-BAC9-ABBEDD25AC72}" destId="{69B33444-505D-4851-9FF8-6C229092089D}" srcOrd="2" destOrd="0" presId="urn:microsoft.com/office/officeart/2005/8/layout/list1"/>
    <dgm:cxn modelId="{CD531BF7-035C-492D-8F42-C1CAF5AD6F6C}" type="presParOf" srcId="{EC817334-0B52-48AF-BAC9-ABBEDD25AC72}" destId="{649721F0-DD5C-492F-ABF0-C337E6025975}" srcOrd="3" destOrd="0" presId="urn:microsoft.com/office/officeart/2005/8/layout/list1"/>
    <dgm:cxn modelId="{3363C4B8-1901-4035-BF01-F1EE2ED5F701}" type="presParOf" srcId="{EC817334-0B52-48AF-BAC9-ABBEDD25AC72}" destId="{3DE0042B-436D-454F-A150-FC6558F071D4}" srcOrd="4" destOrd="0" presId="urn:microsoft.com/office/officeart/2005/8/layout/list1"/>
    <dgm:cxn modelId="{525E5B9B-A10D-4943-8CF5-570A1C910F14}" type="presParOf" srcId="{3DE0042B-436D-454F-A150-FC6558F071D4}" destId="{CAF2D626-726A-46AF-9C3A-FB904B59A4BA}" srcOrd="0" destOrd="0" presId="urn:microsoft.com/office/officeart/2005/8/layout/list1"/>
    <dgm:cxn modelId="{4944DA5A-4DC0-405A-94FD-AEE9B73ABDB9}" type="presParOf" srcId="{3DE0042B-436D-454F-A150-FC6558F071D4}" destId="{6BFF1764-52D1-4E47-A831-CE10C9FE302A}" srcOrd="1" destOrd="0" presId="urn:microsoft.com/office/officeart/2005/8/layout/list1"/>
    <dgm:cxn modelId="{D08EBBD1-DC1C-4AC7-8692-F5D554712290}" type="presParOf" srcId="{EC817334-0B52-48AF-BAC9-ABBEDD25AC72}" destId="{44BC1CF8-3B62-4CBA-AC02-911622FE787A}" srcOrd="5" destOrd="0" presId="urn:microsoft.com/office/officeart/2005/8/layout/list1"/>
    <dgm:cxn modelId="{74E5D0DF-2CAF-4E7A-8E46-0C5A04D1EADD}" type="presParOf" srcId="{EC817334-0B52-48AF-BAC9-ABBEDD25AC72}" destId="{26AFC5C4-1D24-4A15-BB73-C55DD6B4C7C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5716A4B-3A51-440B-8CF6-36DCFD0E2F5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9A3125-74BF-4EDF-8070-2A6684A21794}">
      <dgm:prSet/>
      <dgm:spPr/>
      <dgm:t>
        <a:bodyPr/>
        <a:lstStyle/>
        <a:p>
          <a:r>
            <a:rPr lang="en-US" b="0" i="0" baseline="0" dirty="0"/>
            <a:t>The system </a:t>
          </a:r>
          <a:r>
            <a:rPr lang="en-US" b="1" i="0" baseline="0" dirty="0"/>
            <a:t>supports human planners</a:t>
          </a:r>
          <a:r>
            <a:rPr lang="en-DK" b="1" i="0" baseline="0" dirty="0"/>
            <a:t>;</a:t>
          </a:r>
          <a:r>
            <a:rPr lang="en-US" b="0" i="0" baseline="0" dirty="0"/>
            <a:t> it doesn’t replace them.</a:t>
          </a:r>
          <a:endParaRPr lang="en-US" dirty="0"/>
        </a:p>
      </dgm:t>
    </dgm:pt>
    <dgm:pt modelId="{B92EFC7D-EBA2-44B1-BE54-EB0FCB269BEC}" type="parTrans" cxnId="{B903015E-5B16-42FA-86FC-95F0DE18ED7B}">
      <dgm:prSet/>
      <dgm:spPr/>
      <dgm:t>
        <a:bodyPr/>
        <a:lstStyle/>
        <a:p>
          <a:endParaRPr lang="en-US"/>
        </a:p>
      </dgm:t>
    </dgm:pt>
    <dgm:pt modelId="{A6BB1473-D64A-43F7-8A94-1F54705B0CCD}" type="sibTrans" cxnId="{B903015E-5B16-42FA-86FC-95F0DE18ED7B}">
      <dgm:prSet/>
      <dgm:spPr/>
      <dgm:t>
        <a:bodyPr/>
        <a:lstStyle/>
        <a:p>
          <a:endParaRPr lang="en-US"/>
        </a:p>
      </dgm:t>
    </dgm:pt>
    <dgm:pt modelId="{188DD984-C1EA-4C61-852C-04E08DC2A045}">
      <dgm:prSet/>
      <dgm:spPr/>
      <dgm:t>
        <a:bodyPr/>
        <a:lstStyle/>
        <a:p>
          <a:r>
            <a:rPr lang="en-US" b="0" i="0" baseline="0"/>
            <a:t>Final decisions remain with the logistics manager.</a:t>
          </a:r>
          <a:endParaRPr lang="en-US"/>
        </a:p>
      </dgm:t>
    </dgm:pt>
    <dgm:pt modelId="{0F510913-2AE0-479F-98E3-52A923BF13ED}" type="parTrans" cxnId="{25861D86-3DD5-4F99-953A-3C06AB98D3FD}">
      <dgm:prSet/>
      <dgm:spPr/>
      <dgm:t>
        <a:bodyPr/>
        <a:lstStyle/>
        <a:p>
          <a:endParaRPr lang="en-US"/>
        </a:p>
      </dgm:t>
    </dgm:pt>
    <dgm:pt modelId="{8628596F-1B03-4568-92A5-69E5A67EFD30}" type="sibTrans" cxnId="{25861D86-3DD5-4F99-953A-3C06AB98D3FD}">
      <dgm:prSet/>
      <dgm:spPr/>
      <dgm:t>
        <a:bodyPr/>
        <a:lstStyle/>
        <a:p>
          <a:endParaRPr lang="en-US"/>
        </a:p>
      </dgm:t>
    </dgm:pt>
    <dgm:pt modelId="{C72F4547-7D2F-4045-B78D-72D46C01AA9D}">
      <dgm:prSet/>
      <dgm:spPr/>
      <dgm:t>
        <a:bodyPr/>
        <a:lstStyle/>
        <a:p>
          <a:r>
            <a:rPr lang="en-US" b="0" i="0" baseline="0"/>
            <a:t>Includes safeguards to respect:</a:t>
          </a:r>
          <a:endParaRPr lang="en-US"/>
        </a:p>
      </dgm:t>
    </dgm:pt>
    <dgm:pt modelId="{85BE899F-05DE-43CD-8D6D-630E6942F2C9}" type="parTrans" cxnId="{3BE4B997-9678-43C7-BED3-BF9770004688}">
      <dgm:prSet/>
      <dgm:spPr/>
      <dgm:t>
        <a:bodyPr/>
        <a:lstStyle/>
        <a:p>
          <a:endParaRPr lang="en-US"/>
        </a:p>
      </dgm:t>
    </dgm:pt>
    <dgm:pt modelId="{4BF112B2-2B7C-4851-967C-AC3AD17C995C}" type="sibTrans" cxnId="{3BE4B997-9678-43C7-BED3-BF9770004688}">
      <dgm:prSet/>
      <dgm:spPr/>
      <dgm:t>
        <a:bodyPr/>
        <a:lstStyle/>
        <a:p>
          <a:endParaRPr lang="en-US"/>
        </a:p>
      </dgm:t>
    </dgm:pt>
    <dgm:pt modelId="{1337BA87-5154-4BB2-9799-9F09553EAE60}">
      <dgm:prSet/>
      <dgm:spPr/>
      <dgm:t>
        <a:bodyPr/>
        <a:lstStyle/>
        <a:p>
          <a:r>
            <a:rPr lang="en-US" b="0" i="0" baseline="0"/>
            <a:t>Truck driver rest and work limits.</a:t>
          </a:r>
          <a:endParaRPr lang="en-US"/>
        </a:p>
      </dgm:t>
    </dgm:pt>
    <dgm:pt modelId="{CD547B59-3877-40DE-9BD1-48EABACB34E7}" type="parTrans" cxnId="{7467AA4B-CBC4-488A-8AF2-26D8F700A633}">
      <dgm:prSet/>
      <dgm:spPr/>
      <dgm:t>
        <a:bodyPr/>
        <a:lstStyle/>
        <a:p>
          <a:endParaRPr lang="en-US"/>
        </a:p>
      </dgm:t>
    </dgm:pt>
    <dgm:pt modelId="{23D96B3E-2031-4B7B-90F4-0B5AD9EDB91E}" type="sibTrans" cxnId="{7467AA4B-CBC4-488A-8AF2-26D8F700A633}">
      <dgm:prSet/>
      <dgm:spPr/>
      <dgm:t>
        <a:bodyPr/>
        <a:lstStyle/>
        <a:p>
          <a:endParaRPr lang="en-US"/>
        </a:p>
      </dgm:t>
    </dgm:pt>
    <dgm:pt modelId="{77B3A366-C944-430D-BA6B-8361CF908F8F}">
      <dgm:prSet/>
      <dgm:spPr/>
      <dgm:t>
        <a:bodyPr/>
        <a:lstStyle/>
        <a:p>
          <a:r>
            <a:rPr lang="en-US" b="0" i="0" baseline="0"/>
            <a:t>Delivery time windows.</a:t>
          </a:r>
          <a:endParaRPr lang="en-US"/>
        </a:p>
      </dgm:t>
    </dgm:pt>
    <dgm:pt modelId="{05336F65-2E80-4FC9-9348-474DA6966555}" type="parTrans" cxnId="{DD495E35-7C3D-42A0-ADE3-FA133E3622AF}">
      <dgm:prSet/>
      <dgm:spPr/>
      <dgm:t>
        <a:bodyPr/>
        <a:lstStyle/>
        <a:p>
          <a:endParaRPr lang="en-US"/>
        </a:p>
      </dgm:t>
    </dgm:pt>
    <dgm:pt modelId="{37F4BD27-32E0-4BF9-8E43-5774DBC8D6DD}" type="sibTrans" cxnId="{DD495E35-7C3D-42A0-ADE3-FA133E3622AF}">
      <dgm:prSet/>
      <dgm:spPr/>
      <dgm:t>
        <a:bodyPr/>
        <a:lstStyle/>
        <a:p>
          <a:endParaRPr lang="en-US"/>
        </a:p>
      </dgm:t>
    </dgm:pt>
    <dgm:pt modelId="{140B14A1-EA30-44F0-BD36-20455BDACC32}">
      <dgm:prSet/>
      <dgm:spPr/>
      <dgm:t>
        <a:bodyPr/>
        <a:lstStyle/>
        <a:p>
          <a:r>
            <a:rPr lang="en-US" b="0" i="0" baseline="0"/>
            <a:t>Operational constraints (capacity, stop limits).</a:t>
          </a:r>
          <a:endParaRPr lang="en-US"/>
        </a:p>
      </dgm:t>
    </dgm:pt>
    <dgm:pt modelId="{CB6FD977-4DF7-444B-A3F8-14A963BE4658}" type="parTrans" cxnId="{915E1D12-96B9-4F55-AB8A-3B525F933B30}">
      <dgm:prSet/>
      <dgm:spPr/>
      <dgm:t>
        <a:bodyPr/>
        <a:lstStyle/>
        <a:p>
          <a:endParaRPr lang="en-US"/>
        </a:p>
      </dgm:t>
    </dgm:pt>
    <dgm:pt modelId="{45FBDF38-3077-4A8B-94DC-C3E4E69069EE}" type="sibTrans" cxnId="{915E1D12-96B9-4F55-AB8A-3B525F933B30}">
      <dgm:prSet/>
      <dgm:spPr/>
      <dgm:t>
        <a:bodyPr/>
        <a:lstStyle/>
        <a:p>
          <a:endParaRPr lang="en-US"/>
        </a:p>
      </dgm:t>
    </dgm:pt>
    <dgm:pt modelId="{DC6C93A6-F22F-44BA-892E-045CCDA942AD}">
      <dgm:prSet/>
      <dgm:spPr/>
      <dgm:t>
        <a:bodyPr/>
        <a:lstStyle/>
        <a:p>
          <a:r>
            <a:rPr lang="en-US" b="0" i="0" baseline="0"/>
            <a:t>Regularly monitored to ensure fairness and reliability.</a:t>
          </a:r>
          <a:endParaRPr lang="en-US"/>
        </a:p>
      </dgm:t>
    </dgm:pt>
    <dgm:pt modelId="{4F47F4AA-8B47-4C25-9044-FAF3F64FE761}" type="parTrans" cxnId="{195F70AD-999B-4904-B2C4-9F0EBC51763B}">
      <dgm:prSet/>
      <dgm:spPr/>
      <dgm:t>
        <a:bodyPr/>
        <a:lstStyle/>
        <a:p>
          <a:endParaRPr lang="en-US"/>
        </a:p>
      </dgm:t>
    </dgm:pt>
    <dgm:pt modelId="{E2E57BBA-E5D0-446F-990C-54F8723A54E2}" type="sibTrans" cxnId="{195F70AD-999B-4904-B2C4-9F0EBC51763B}">
      <dgm:prSet/>
      <dgm:spPr/>
      <dgm:t>
        <a:bodyPr/>
        <a:lstStyle/>
        <a:p>
          <a:endParaRPr lang="en-US"/>
        </a:p>
      </dgm:t>
    </dgm:pt>
    <dgm:pt modelId="{746E35F2-BD0E-45E3-BA2A-F6D48A342A11}" type="pres">
      <dgm:prSet presAssocID="{45716A4B-3A51-440B-8CF6-36DCFD0E2F53}" presName="vert0" presStyleCnt="0">
        <dgm:presLayoutVars>
          <dgm:dir/>
          <dgm:animOne val="branch"/>
          <dgm:animLvl val="lvl"/>
        </dgm:presLayoutVars>
      </dgm:prSet>
      <dgm:spPr/>
    </dgm:pt>
    <dgm:pt modelId="{8DEE49BF-DCC8-462A-B69D-E59AC9075ECF}" type="pres">
      <dgm:prSet presAssocID="{EE9A3125-74BF-4EDF-8070-2A6684A21794}" presName="thickLine" presStyleLbl="alignNode1" presStyleIdx="0" presStyleCnt="7"/>
      <dgm:spPr/>
    </dgm:pt>
    <dgm:pt modelId="{34C03771-33A4-4517-804C-772DE6C5EB75}" type="pres">
      <dgm:prSet presAssocID="{EE9A3125-74BF-4EDF-8070-2A6684A21794}" presName="horz1" presStyleCnt="0"/>
      <dgm:spPr/>
    </dgm:pt>
    <dgm:pt modelId="{37B95285-BBBB-4C4F-840B-2D56943E4DA5}" type="pres">
      <dgm:prSet presAssocID="{EE9A3125-74BF-4EDF-8070-2A6684A21794}" presName="tx1" presStyleLbl="revTx" presStyleIdx="0" presStyleCnt="7"/>
      <dgm:spPr/>
    </dgm:pt>
    <dgm:pt modelId="{B3502940-B089-4B1C-B7F2-BC09A7C30DCB}" type="pres">
      <dgm:prSet presAssocID="{EE9A3125-74BF-4EDF-8070-2A6684A21794}" presName="vert1" presStyleCnt="0"/>
      <dgm:spPr/>
    </dgm:pt>
    <dgm:pt modelId="{4EBBDFC3-8094-442C-8A46-F0A54EFC981B}" type="pres">
      <dgm:prSet presAssocID="{188DD984-C1EA-4C61-852C-04E08DC2A045}" presName="thickLine" presStyleLbl="alignNode1" presStyleIdx="1" presStyleCnt="7"/>
      <dgm:spPr/>
    </dgm:pt>
    <dgm:pt modelId="{7811EAEC-7258-4D38-93F5-40D705281C0E}" type="pres">
      <dgm:prSet presAssocID="{188DD984-C1EA-4C61-852C-04E08DC2A045}" presName="horz1" presStyleCnt="0"/>
      <dgm:spPr/>
    </dgm:pt>
    <dgm:pt modelId="{63250051-9734-40F1-92F6-C51F95ACD815}" type="pres">
      <dgm:prSet presAssocID="{188DD984-C1EA-4C61-852C-04E08DC2A045}" presName="tx1" presStyleLbl="revTx" presStyleIdx="1" presStyleCnt="7"/>
      <dgm:spPr/>
    </dgm:pt>
    <dgm:pt modelId="{7258F3C9-AD69-4F1E-90B0-CAFEF414734A}" type="pres">
      <dgm:prSet presAssocID="{188DD984-C1EA-4C61-852C-04E08DC2A045}" presName="vert1" presStyleCnt="0"/>
      <dgm:spPr/>
    </dgm:pt>
    <dgm:pt modelId="{526F50E4-0032-40D2-A057-E52ABC6CC3BB}" type="pres">
      <dgm:prSet presAssocID="{C72F4547-7D2F-4045-B78D-72D46C01AA9D}" presName="thickLine" presStyleLbl="alignNode1" presStyleIdx="2" presStyleCnt="7"/>
      <dgm:spPr/>
    </dgm:pt>
    <dgm:pt modelId="{5E229788-D9B8-4849-9F76-4CDD020A9008}" type="pres">
      <dgm:prSet presAssocID="{C72F4547-7D2F-4045-B78D-72D46C01AA9D}" presName="horz1" presStyleCnt="0"/>
      <dgm:spPr/>
    </dgm:pt>
    <dgm:pt modelId="{7ED9FFF2-DD13-4DD0-87CE-BE2DA5D46660}" type="pres">
      <dgm:prSet presAssocID="{C72F4547-7D2F-4045-B78D-72D46C01AA9D}" presName="tx1" presStyleLbl="revTx" presStyleIdx="2" presStyleCnt="7"/>
      <dgm:spPr/>
    </dgm:pt>
    <dgm:pt modelId="{8F22DB02-6CF2-4238-B6B5-C8C3D006C6E5}" type="pres">
      <dgm:prSet presAssocID="{C72F4547-7D2F-4045-B78D-72D46C01AA9D}" presName="vert1" presStyleCnt="0"/>
      <dgm:spPr/>
    </dgm:pt>
    <dgm:pt modelId="{48D80C50-6DAB-4EE1-9A36-6279E78763CC}" type="pres">
      <dgm:prSet presAssocID="{1337BA87-5154-4BB2-9799-9F09553EAE60}" presName="thickLine" presStyleLbl="alignNode1" presStyleIdx="3" presStyleCnt="7"/>
      <dgm:spPr/>
    </dgm:pt>
    <dgm:pt modelId="{A94C70BE-F8F1-463E-8FBE-9740B00A24BE}" type="pres">
      <dgm:prSet presAssocID="{1337BA87-5154-4BB2-9799-9F09553EAE60}" presName="horz1" presStyleCnt="0"/>
      <dgm:spPr/>
    </dgm:pt>
    <dgm:pt modelId="{160345D4-9E6E-4FB5-9E1E-187664F59016}" type="pres">
      <dgm:prSet presAssocID="{1337BA87-5154-4BB2-9799-9F09553EAE60}" presName="tx1" presStyleLbl="revTx" presStyleIdx="3" presStyleCnt="7"/>
      <dgm:spPr/>
    </dgm:pt>
    <dgm:pt modelId="{1AC30370-7235-4FB0-B5DE-C877246F8AF7}" type="pres">
      <dgm:prSet presAssocID="{1337BA87-5154-4BB2-9799-9F09553EAE60}" presName="vert1" presStyleCnt="0"/>
      <dgm:spPr/>
    </dgm:pt>
    <dgm:pt modelId="{EC0AAC01-4367-4408-9FE3-20FEEEE6021E}" type="pres">
      <dgm:prSet presAssocID="{77B3A366-C944-430D-BA6B-8361CF908F8F}" presName="thickLine" presStyleLbl="alignNode1" presStyleIdx="4" presStyleCnt="7"/>
      <dgm:spPr/>
    </dgm:pt>
    <dgm:pt modelId="{98D1E010-2841-4EF7-822B-55CCB94DF1AB}" type="pres">
      <dgm:prSet presAssocID="{77B3A366-C944-430D-BA6B-8361CF908F8F}" presName="horz1" presStyleCnt="0"/>
      <dgm:spPr/>
    </dgm:pt>
    <dgm:pt modelId="{31FCEA68-9595-4885-9746-48886C028D3F}" type="pres">
      <dgm:prSet presAssocID="{77B3A366-C944-430D-BA6B-8361CF908F8F}" presName="tx1" presStyleLbl="revTx" presStyleIdx="4" presStyleCnt="7"/>
      <dgm:spPr/>
    </dgm:pt>
    <dgm:pt modelId="{9EF8D776-AD1E-4789-9642-243B8CCA9E77}" type="pres">
      <dgm:prSet presAssocID="{77B3A366-C944-430D-BA6B-8361CF908F8F}" presName="vert1" presStyleCnt="0"/>
      <dgm:spPr/>
    </dgm:pt>
    <dgm:pt modelId="{FD6EFFFD-5A31-47A6-8DFD-1FA7F1630F27}" type="pres">
      <dgm:prSet presAssocID="{140B14A1-EA30-44F0-BD36-20455BDACC32}" presName="thickLine" presStyleLbl="alignNode1" presStyleIdx="5" presStyleCnt="7"/>
      <dgm:spPr/>
    </dgm:pt>
    <dgm:pt modelId="{B0E0CB70-BEB4-45D8-BF20-F9E96DAA512F}" type="pres">
      <dgm:prSet presAssocID="{140B14A1-EA30-44F0-BD36-20455BDACC32}" presName="horz1" presStyleCnt="0"/>
      <dgm:spPr/>
    </dgm:pt>
    <dgm:pt modelId="{9B3765C2-C2FB-406A-827D-F0F529E16BD2}" type="pres">
      <dgm:prSet presAssocID="{140B14A1-EA30-44F0-BD36-20455BDACC32}" presName="tx1" presStyleLbl="revTx" presStyleIdx="5" presStyleCnt="7"/>
      <dgm:spPr/>
    </dgm:pt>
    <dgm:pt modelId="{E26FB7F9-8CB6-4411-A9D2-15118EA244D6}" type="pres">
      <dgm:prSet presAssocID="{140B14A1-EA30-44F0-BD36-20455BDACC32}" presName="vert1" presStyleCnt="0"/>
      <dgm:spPr/>
    </dgm:pt>
    <dgm:pt modelId="{429B98D8-CA2E-4EF7-A7F4-4FF14E98246B}" type="pres">
      <dgm:prSet presAssocID="{DC6C93A6-F22F-44BA-892E-045CCDA942AD}" presName="thickLine" presStyleLbl="alignNode1" presStyleIdx="6" presStyleCnt="7"/>
      <dgm:spPr/>
    </dgm:pt>
    <dgm:pt modelId="{867674E7-F342-4AFC-ADF8-098C3D80B2F5}" type="pres">
      <dgm:prSet presAssocID="{DC6C93A6-F22F-44BA-892E-045CCDA942AD}" presName="horz1" presStyleCnt="0"/>
      <dgm:spPr/>
    </dgm:pt>
    <dgm:pt modelId="{FF1B3042-6CEC-4C9E-B9D0-AF2F6EF70146}" type="pres">
      <dgm:prSet presAssocID="{DC6C93A6-F22F-44BA-892E-045CCDA942AD}" presName="tx1" presStyleLbl="revTx" presStyleIdx="6" presStyleCnt="7"/>
      <dgm:spPr/>
    </dgm:pt>
    <dgm:pt modelId="{0A02984A-A502-447C-8F5D-0F139C7B4818}" type="pres">
      <dgm:prSet presAssocID="{DC6C93A6-F22F-44BA-892E-045CCDA942AD}" presName="vert1" presStyleCnt="0"/>
      <dgm:spPr/>
    </dgm:pt>
  </dgm:ptLst>
  <dgm:cxnLst>
    <dgm:cxn modelId="{915E1D12-96B9-4F55-AB8A-3B525F933B30}" srcId="{45716A4B-3A51-440B-8CF6-36DCFD0E2F53}" destId="{140B14A1-EA30-44F0-BD36-20455BDACC32}" srcOrd="5" destOrd="0" parTransId="{CB6FD977-4DF7-444B-A3F8-14A963BE4658}" sibTransId="{45FBDF38-3077-4A8B-94DC-C3E4E69069EE}"/>
    <dgm:cxn modelId="{5236F51A-1601-4C8A-B652-93B3895AD640}" type="presOf" srcId="{140B14A1-EA30-44F0-BD36-20455BDACC32}" destId="{9B3765C2-C2FB-406A-827D-F0F529E16BD2}" srcOrd="0" destOrd="0" presId="urn:microsoft.com/office/officeart/2008/layout/LinedList"/>
    <dgm:cxn modelId="{7909BE30-059D-471D-A2E1-7AD7CE6017B2}" type="presOf" srcId="{45716A4B-3A51-440B-8CF6-36DCFD0E2F53}" destId="{746E35F2-BD0E-45E3-BA2A-F6D48A342A11}" srcOrd="0" destOrd="0" presId="urn:microsoft.com/office/officeart/2008/layout/LinedList"/>
    <dgm:cxn modelId="{DD495E35-7C3D-42A0-ADE3-FA133E3622AF}" srcId="{45716A4B-3A51-440B-8CF6-36DCFD0E2F53}" destId="{77B3A366-C944-430D-BA6B-8361CF908F8F}" srcOrd="4" destOrd="0" parTransId="{05336F65-2E80-4FC9-9348-474DA6966555}" sibTransId="{37F4BD27-32E0-4BF9-8E43-5774DBC8D6DD}"/>
    <dgm:cxn modelId="{1909BA40-CB7B-4CBB-9E99-744D2A3FDF09}" type="presOf" srcId="{C72F4547-7D2F-4045-B78D-72D46C01AA9D}" destId="{7ED9FFF2-DD13-4DD0-87CE-BE2DA5D46660}" srcOrd="0" destOrd="0" presId="urn:microsoft.com/office/officeart/2008/layout/LinedList"/>
    <dgm:cxn modelId="{B903015E-5B16-42FA-86FC-95F0DE18ED7B}" srcId="{45716A4B-3A51-440B-8CF6-36DCFD0E2F53}" destId="{EE9A3125-74BF-4EDF-8070-2A6684A21794}" srcOrd="0" destOrd="0" parTransId="{B92EFC7D-EBA2-44B1-BE54-EB0FCB269BEC}" sibTransId="{A6BB1473-D64A-43F7-8A94-1F54705B0CCD}"/>
    <dgm:cxn modelId="{8FDBFE48-C2F8-4CD0-B34B-0C4E46B42397}" type="presOf" srcId="{1337BA87-5154-4BB2-9799-9F09553EAE60}" destId="{160345D4-9E6E-4FB5-9E1E-187664F59016}" srcOrd="0" destOrd="0" presId="urn:microsoft.com/office/officeart/2008/layout/LinedList"/>
    <dgm:cxn modelId="{7467AA4B-CBC4-488A-8AF2-26D8F700A633}" srcId="{45716A4B-3A51-440B-8CF6-36DCFD0E2F53}" destId="{1337BA87-5154-4BB2-9799-9F09553EAE60}" srcOrd="3" destOrd="0" parTransId="{CD547B59-3877-40DE-9BD1-48EABACB34E7}" sibTransId="{23D96B3E-2031-4B7B-90F4-0B5AD9EDB91E}"/>
    <dgm:cxn modelId="{B65E8A4D-3D42-4198-9C01-7199687A4016}" type="presOf" srcId="{DC6C93A6-F22F-44BA-892E-045CCDA942AD}" destId="{FF1B3042-6CEC-4C9E-B9D0-AF2F6EF70146}" srcOrd="0" destOrd="0" presId="urn:microsoft.com/office/officeart/2008/layout/LinedList"/>
    <dgm:cxn modelId="{25861D86-3DD5-4F99-953A-3C06AB98D3FD}" srcId="{45716A4B-3A51-440B-8CF6-36DCFD0E2F53}" destId="{188DD984-C1EA-4C61-852C-04E08DC2A045}" srcOrd="1" destOrd="0" parTransId="{0F510913-2AE0-479F-98E3-52A923BF13ED}" sibTransId="{8628596F-1B03-4568-92A5-69E5A67EFD30}"/>
    <dgm:cxn modelId="{3BE4B997-9678-43C7-BED3-BF9770004688}" srcId="{45716A4B-3A51-440B-8CF6-36DCFD0E2F53}" destId="{C72F4547-7D2F-4045-B78D-72D46C01AA9D}" srcOrd="2" destOrd="0" parTransId="{85BE899F-05DE-43CD-8D6D-630E6942F2C9}" sibTransId="{4BF112B2-2B7C-4851-967C-AC3AD17C995C}"/>
    <dgm:cxn modelId="{B3548C9F-CC4D-4E0E-BABE-83E7DF09D4F9}" type="presOf" srcId="{EE9A3125-74BF-4EDF-8070-2A6684A21794}" destId="{37B95285-BBBB-4C4F-840B-2D56943E4DA5}" srcOrd="0" destOrd="0" presId="urn:microsoft.com/office/officeart/2008/layout/LinedList"/>
    <dgm:cxn modelId="{195F70AD-999B-4904-B2C4-9F0EBC51763B}" srcId="{45716A4B-3A51-440B-8CF6-36DCFD0E2F53}" destId="{DC6C93A6-F22F-44BA-892E-045CCDA942AD}" srcOrd="6" destOrd="0" parTransId="{4F47F4AA-8B47-4C25-9044-FAF3F64FE761}" sibTransId="{E2E57BBA-E5D0-446F-990C-54F8723A54E2}"/>
    <dgm:cxn modelId="{274B0BB0-5B83-47E3-BBB7-882E0211C4D3}" type="presOf" srcId="{188DD984-C1EA-4C61-852C-04E08DC2A045}" destId="{63250051-9734-40F1-92F6-C51F95ACD815}" srcOrd="0" destOrd="0" presId="urn:microsoft.com/office/officeart/2008/layout/LinedList"/>
    <dgm:cxn modelId="{3D82EFE2-6900-4222-8A37-5AF75181E391}" type="presOf" srcId="{77B3A366-C944-430D-BA6B-8361CF908F8F}" destId="{31FCEA68-9595-4885-9746-48886C028D3F}" srcOrd="0" destOrd="0" presId="urn:microsoft.com/office/officeart/2008/layout/LinedList"/>
    <dgm:cxn modelId="{98B29E50-29BA-4104-8695-F151E0ED1581}" type="presParOf" srcId="{746E35F2-BD0E-45E3-BA2A-F6D48A342A11}" destId="{8DEE49BF-DCC8-462A-B69D-E59AC9075ECF}" srcOrd="0" destOrd="0" presId="urn:microsoft.com/office/officeart/2008/layout/LinedList"/>
    <dgm:cxn modelId="{BDD11210-FE04-46E2-BA3E-8A3F3FA2BA49}" type="presParOf" srcId="{746E35F2-BD0E-45E3-BA2A-F6D48A342A11}" destId="{34C03771-33A4-4517-804C-772DE6C5EB75}" srcOrd="1" destOrd="0" presId="urn:microsoft.com/office/officeart/2008/layout/LinedList"/>
    <dgm:cxn modelId="{FCDD72D5-356A-4C04-A8DD-B2836582106B}" type="presParOf" srcId="{34C03771-33A4-4517-804C-772DE6C5EB75}" destId="{37B95285-BBBB-4C4F-840B-2D56943E4DA5}" srcOrd="0" destOrd="0" presId="urn:microsoft.com/office/officeart/2008/layout/LinedList"/>
    <dgm:cxn modelId="{92E8B806-89CA-4270-86E6-0F96B176498A}" type="presParOf" srcId="{34C03771-33A4-4517-804C-772DE6C5EB75}" destId="{B3502940-B089-4B1C-B7F2-BC09A7C30DCB}" srcOrd="1" destOrd="0" presId="urn:microsoft.com/office/officeart/2008/layout/LinedList"/>
    <dgm:cxn modelId="{46D7521E-FCD7-46DB-8090-787953DFF002}" type="presParOf" srcId="{746E35F2-BD0E-45E3-BA2A-F6D48A342A11}" destId="{4EBBDFC3-8094-442C-8A46-F0A54EFC981B}" srcOrd="2" destOrd="0" presId="urn:microsoft.com/office/officeart/2008/layout/LinedList"/>
    <dgm:cxn modelId="{C8CBBDB1-3A72-4860-901B-3FD975809806}" type="presParOf" srcId="{746E35F2-BD0E-45E3-BA2A-F6D48A342A11}" destId="{7811EAEC-7258-4D38-93F5-40D705281C0E}" srcOrd="3" destOrd="0" presId="urn:microsoft.com/office/officeart/2008/layout/LinedList"/>
    <dgm:cxn modelId="{A4AC2DFC-EAD1-4595-999E-69C6528C63E7}" type="presParOf" srcId="{7811EAEC-7258-4D38-93F5-40D705281C0E}" destId="{63250051-9734-40F1-92F6-C51F95ACD815}" srcOrd="0" destOrd="0" presId="urn:microsoft.com/office/officeart/2008/layout/LinedList"/>
    <dgm:cxn modelId="{8D2FE3B9-B1CB-4079-A0FD-5F4051D90ECB}" type="presParOf" srcId="{7811EAEC-7258-4D38-93F5-40D705281C0E}" destId="{7258F3C9-AD69-4F1E-90B0-CAFEF414734A}" srcOrd="1" destOrd="0" presId="urn:microsoft.com/office/officeart/2008/layout/LinedList"/>
    <dgm:cxn modelId="{163D571D-81BA-42A2-8CF8-898AD37DA530}" type="presParOf" srcId="{746E35F2-BD0E-45E3-BA2A-F6D48A342A11}" destId="{526F50E4-0032-40D2-A057-E52ABC6CC3BB}" srcOrd="4" destOrd="0" presId="urn:microsoft.com/office/officeart/2008/layout/LinedList"/>
    <dgm:cxn modelId="{E8D41773-B563-482E-81F0-571DE54766A5}" type="presParOf" srcId="{746E35F2-BD0E-45E3-BA2A-F6D48A342A11}" destId="{5E229788-D9B8-4849-9F76-4CDD020A9008}" srcOrd="5" destOrd="0" presId="urn:microsoft.com/office/officeart/2008/layout/LinedList"/>
    <dgm:cxn modelId="{82D8B07B-A196-418E-89C5-1A0E7C909B67}" type="presParOf" srcId="{5E229788-D9B8-4849-9F76-4CDD020A9008}" destId="{7ED9FFF2-DD13-4DD0-87CE-BE2DA5D46660}" srcOrd="0" destOrd="0" presId="urn:microsoft.com/office/officeart/2008/layout/LinedList"/>
    <dgm:cxn modelId="{52C62CB9-DFD0-4F85-B009-620B1E12B792}" type="presParOf" srcId="{5E229788-D9B8-4849-9F76-4CDD020A9008}" destId="{8F22DB02-6CF2-4238-B6B5-C8C3D006C6E5}" srcOrd="1" destOrd="0" presId="urn:microsoft.com/office/officeart/2008/layout/LinedList"/>
    <dgm:cxn modelId="{E209EC62-8A98-42A2-9AE2-6A8588E0786B}" type="presParOf" srcId="{746E35F2-BD0E-45E3-BA2A-F6D48A342A11}" destId="{48D80C50-6DAB-4EE1-9A36-6279E78763CC}" srcOrd="6" destOrd="0" presId="urn:microsoft.com/office/officeart/2008/layout/LinedList"/>
    <dgm:cxn modelId="{263F6361-84B0-4AAC-AB94-BB51679327AA}" type="presParOf" srcId="{746E35F2-BD0E-45E3-BA2A-F6D48A342A11}" destId="{A94C70BE-F8F1-463E-8FBE-9740B00A24BE}" srcOrd="7" destOrd="0" presId="urn:microsoft.com/office/officeart/2008/layout/LinedList"/>
    <dgm:cxn modelId="{BEE04CA4-7109-481E-90E6-1F3CC2B6BF82}" type="presParOf" srcId="{A94C70BE-F8F1-463E-8FBE-9740B00A24BE}" destId="{160345D4-9E6E-4FB5-9E1E-187664F59016}" srcOrd="0" destOrd="0" presId="urn:microsoft.com/office/officeart/2008/layout/LinedList"/>
    <dgm:cxn modelId="{3D53EF9A-F2B5-4FBF-AFB6-355735922AE0}" type="presParOf" srcId="{A94C70BE-F8F1-463E-8FBE-9740B00A24BE}" destId="{1AC30370-7235-4FB0-B5DE-C877246F8AF7}" srcOrd="1" destOrd="0" presId="urn:microsoft.com/office/officeart/2008/layout/LinedList"/>
    <dgm:cxn modelId="{50F3E8DC-04E4-434D-B38F-E34E12773F80}" type="presParOf" srcId="{746E35F2-BD0E-45E3-BA2A-F6D48A342A11}" destId="{EC0AAC01-4367-4408-9FE3-20FEEEE6021E}" srcOrd="8" destOrd="0" presId="urn:microsoft.com/office/officeart/2008/layout/LinedList"/>
    <dgm:cxn modelId="{7E0D42CB-5454-4BEA-A34A-50F2975DBA13}" type="presParOf" srcId="{746E35F2-BD0E-45E3-BA2A-F6D48A342A11}" destId="{98D1E010-2841-4EF7-822B-55CCB94DF1AB}" srcOrd="9" destOrd="0" presId="urn:microsoft.com/office/officeart/2008/layout/LinedList"/>
    <dgm:cxn modelId="{DE37BCCF-20D3-4E5D-B4F0-E2A02328D1A6}" type="presParOf" srcId="{98D1E010-2841-4EF7-822B-55CCB94DF1AB}" destId="{31FCEA68-9595-4885-9746-48886C028D3F}" srcOrd="0" destOrd="0" presId="urn:microsoft.com/office/officeart/2008/layout/LinedList"/>
    <dgm:cxn modelId="{6DF9214B-41FB-497E-BFFD-D55218988FAE}" type="presParOf" srcId="{98D1E010-2841-4EF7-822B-55CCB94DF1AB}" destId="{9EF8D776-AD1E-4789-9642-243B8CCA9E77}" srcOrd="1" destOrd="0" presId="urn:microsoft.com/office/officeart/2008/layout/LinedList"/>
    <dgm:cxn modelId="{D56A9D34-9FAE-493E-9BEE-954324CBE0AB}" type="presParOf" srcId="{746E35F2-BD0E-45E3-BA2A-F6D48A342A11}" destId="{FD6EFFFD-5A31-47A6-8DFD-1FA7F1630F27}" srcOrd="10" destOrd="0" presId="urn:microsoft.com/office/officeart/2008/layout/LinedList"/>
    <dgm:cxn modelId="{057CD4D4-895A-49B9-9472-F274123A36E2}" type="presParOf" srcId="{746E35F2-BD0E-45E3-BA2A-F6D48A342A11}" destId="{B0E0CB70-BEB4-45D8-BF20-F9E96DAA512F}" srcOrd="11" destOrd="0" presId="urn:microsoft.com/office/officeart/2008/layout/LinedList"/>
    <dgm:cxn modelId="{6A00D9E3-D1F8-44E8-ACFA-CB4FB9BD2272}" type="presParOf" srcId="{B0E0CB70-BEB4-45D8-BF20-F9E96DAA512F}" destId="{9B3765C2-C2FB-406A-827D-F0F529E16BD2}" srcOrd="0" destOrd="0" presId="urn:microsoft.com/office/officeart/2008/layout/LinedList"/>
    <dgm:cxn modelId="{11809F53-59DD-48B4-8AAC-3391B21C0CCA}" type="presParOf" srcId="{B0E0CB70-BEB4-45D8-BF20-F9E96DAA512F}" destId="{E26FB7F9-8CB6-4411-A9D2-15118EA244D6}" srcOrd="1" destOrd="0" presId="urn:microsoft.com/office/officeart/2008/layout/LinedList"/>
    <dgm:cxn modelId="{3193A07F-6D98-4A2B-8C07-44E0515C2436}" type="presParOf" srcId="{746E35F2-BD0E-45E3-BA2A-F6D48A342A11}" destId="{429B98D8-CA2E-4EF7-A7F4-4FF14E98246B}" srcOrd="12" destOrd="0" presId="urn:microsoft.com/office/officeart/2008/layout/LinedList"/>
    <dgm:cxn modelId="{0BE90A2E-8D75-4BC7-B655-E72BD2763519}" type="presParOf" srcId="{746E35F2-BD0E-45E3-BA2A-F6D48A342A11}" destId="{867674E7-F342-4AFC-ADF8-098C3D80B2F5}" srcOrd="13" destOrd="0" presId="urn:microsoft.com/office/officeart/2008/layout/LinedList"/>
    <dgm:cxn modelId="{1DFFC8EF-9B7B-4BC7-A353-A8B55182D286}" type="presParOf" srcId="{867674E7-F342-4AFC-ADF8-098C3D80B2F5}" destId="{FF1B3042-6CEC-4C9E-B9D0-AF2F6EF70146}" srcOrd="0" destOrd="0" presId="urn:microsoft.com/office/officeart/2008/layout/LinedList"/>
    <dgm:cxn modelId="{6F43B4C7-6125-43CC-8078-F1957A5E6DA5}" type="presParOf" srcId="{867674E7-F342-4AFC-ADF8-098C3D80B2F5}" destId="{0A02984A-A502-447C-8F5D-0F139C7B481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7595680-1906-4AC0-81CE-21544F464CD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0816B01-1E2E-453C-858D-E385CA36EB72}">
      <dgm:prSet/>
      <dgm:spPr/>
      <dgm:t>
        <a:bodyPr/>
        <a:lstStyle/>
        <a:p>
          <a:pPr>
            <a:lnSpc>
              <a:spcPct val="100000"/>
            </a:lnSpc>
          </a:pPr>
          <a:r>
            <a:rPr lang="en-DK"/>
            <a:t>Scheduling of drivers.</a:t>
          </a:r>
          <a:endParaRPr lang="en-US"/>
        </a:p>
      </dgm:t>
    </dgm:pt>
    <dgm:pt modelId="{4C29CBA2-8802-4BC4-B78B-EEA116A2C2DC}" type="parTrans" cxnId="{B359846E-537B-4565-979F-0E5789ECDEC0}">
      <dgm:prSet/>
      <dgm:spPr/>
      <dgm:t>
        <a:bodyPr/>
        <a:lstStyle/>
        <a:p>
          <a:endParaRPr lang="en-US"/>
        </a:p>
      </dgm:t>
    </dgm:pt>
    <dgm:pt modelId="{5CCC27B6-4A0D-4B65-9143-D00040DD4D55}" type="sibTrans" cxnId="{B359846E-537B-4565-979F-0E5789ECDEC0}">
      <dgm:prSet/>
      <dgm:spPr/>
      <dgm:t>
        <a:bodyPr/>
        <a:lstStyle/>
        <a:p>
          <a:endParaRPr lang="en-US"/>
        </a:p>
      </dgm:t>
    </dgm:pt>
    <dgm:pt modelId="{3DC4631F-A74A-4DF2-B6AC-6FD1F8DB36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CO₂ reporting per route.</a:t>
          </a:r>
        </a:p>
      </dgm:t>
    </dgm:pt>
    <dgm:pt modelId="{F7384284-BCFD-4291-AE2A-5F52F2B5B3D6}" type="parTrans" cxnId="{3B126CDE-9203-49A0-A7DF-4580013F1CFA}">
      <dgm:prSet/>
      <dgm:spPr/>
      <dgm:t>
        <a:bodyPr/>
        <a:lstStyle/>
        <a:p>
          <a:endParaRPr lang="en-US"/>
        </a:p>
      </dgm:t>
    </dgm:pt>
    <dgm:pt modelId="{5373A797-067F-4C21-8BBC-4B9CCC76FCDF}" type="sibTrans" cxnId="{3B126CDE-9203-49A0-A7DF-4580013F1CFA}">
      <dgm:prSet/>
      <dgm:spPr/>
      <dgm:t>
        <a:bodyPr/>
        <a:lstStyle/>
        <a:p>
          <a:endParaRPr lang="en-US"/>
        </a:p>
      </dgm:t>
    </dgm:pt>
    <dgm:pt modelId="{1BF8A424-EE25-4200-82C3-9549576840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Dynamic delivery services.</a:t>
          </a:r>
        </a:p>
      </dgm:t>
    </dgm:pt>
    <dgm:pt modelId="{8B3E3A04-3F82-4E1C-8858-F25B26D827CC}" type="parTrans" cxnId="{58423B04-6D85-4C8F-9609-3230705084F4}">
      <dgm:prSet/>
      <dgm:spPr/>
      <dgm:t>
        <a:bodyPr/>
        <a:lstStyle/>
        <a:p>
          <a:endParaRPr lang="en-US"/>
        </a:p>
      </dgm:t>
    </dgm:pt>
    <dgm:pt modelId="{3728D73F-5F9B-42B0-BC2A-F60F5E5B60D8}" type="sibTrans" cxnId="{58423B04-6D85-4C8F-9609-3230705084F4}">
      <dgm:prSet/>
      <dgm:spPr/>
      <dgm:t>
        <a:bodyPr/>
        <a:lstStyle/>
        <a:p>
          <a:endParaRPr lang="en-US"/>
        </a:p>
      </dgm:t>
    </dgm:pt>
    <dgm:pt modelId="{A6554182-FF99-4472-A307-424A186D86F3}">
      <dgm:prSet/>
      <dgm:spPr/>
      <dgm:t>
        <a:bodyPr/>
        <a:lstStyle/>
        <a:p>
          <a:pPr>
            <a:lnSpc>
              <a:spcPct val="100000"/>
            </a:lnSpc>
          </a:pPr>
          <a:r>
            <a:rPr lang="en-DK" dirty="0"/>
            <a:t>Smooth dispatching trucks on the time horizon.</a:t>
          </a:r>
          <a:endParaRPr lang="en-US" dirty="0"/>
        </a:p>
      </dgm:t>
    </dgm:pt>
    <dgm:pt modelId="{0B75BADE-52BE-400A-A528-8B6CB19DA5E0}" type="parTrans" cxnId="{23F05B86-93C9-4997-8CDF-627F529272FD}">
      <dgm:prSet/>
      <dgm:spPr/>
      <dgm:t>
        <a:bodyPr/>
        <a:lstStyle/>
        <a:p>
          <a:endParaRPr lang="en-US"/>
        </a:p>
      </dgm:t>
    </dgm:pt>
    <dgm:pt modelId="{2894C646-DCC2-4EC1-88F5-999770949897}" type="sibTrans" cxnId="{23F05B86-93C9-4997-8CDF-627F529272FD}">
      <dgm:prSet/>
      <dgm:spPr/>
      <dgm:t>
        <a:bodyPr/>
        <a:lstStyle/>
        <a:p>
          <a:endParaRPr lang="en-US"/>
        </a:p>
      </dgm:t>
    </dgm:pt>
    <dgm:pt modelId="{2DB6C15F-AA4F-4258-BA07-19B1DB8F45A8}">
      <dgm:prSet/>
      <dgm:spPr/>
      <dgm:t>
        <a:bodyPr/>
        <a:lstStyle/>
        <a:p>
          <a:pPr>
            <a:lnSpc>
              <a:spcPct val="100000"/>
            </a:lnSpc>
          </a:pPr>
          <a:r>
            <a:rPr lang="en-DK" dirty="0"/>
            <a:t>Consider Warehouse holding cost.</a:t>
          </a:r>
          <a:endParaRPr lang="en-US" dirty="0"/>
        </a:p>
      </dgm:t>
    </dgm:pt>
    <dgm:pt modelId="{1131502A-FF9F-4B38-BE17-590AD33B846D}" type="parTrans" cxnId="{2DF4A93D-AD3C-4C14-8175-EE75D64E9C74}">
      <dgm:prSet/>
      <dgm:spPr/>
      <dgm:t>
        <a:bodyPr/>
        <a:lstStyle/>
        <a:p>
          <a:endParaRPr lang="en-US"/>
        </a:p>
      </dgm:t>
    </dgm:pt>
    <dgm:pt modelId="{744E127F-91B3-452A-AF39-0FE03B57FE8B}" type="sibTrans" cxnId="{2DF4A93D-AD3C-4C14-8175-EE75D64E9C74}">
      <dgm:prSet/>
      <dgm:spPr/>
      <dgm:t>
        <a:bodyPr/>
        <a:lstStyle/>
        <a:p>
          <a:endParaRPr lang="en-US"/>
        </a:p>
      </dgm:t>
    </dgm:pt>
    <dgm:pt modelId="{49C40440-7CAE-4F53-8079-A89AB6A091A7}">
      <dgm:prSet/>
      <dgm:spPr/>
      <dgm:t>
        <a:bodyPr/>
        <a:lstStyle/>
        <a:p>
          <a:pPr>
            <a:lnSpc>
              <a:spcPct val="100000"/>
            </a:lnSpc>
          </a:pPr>
          <a:r>
            <a:rPr lang="en-DK"/>
            <a:t>More advanced routing, like having a hub and spoke network.</a:t>
          </a:r>
          <a:endParaRPr lang="en-US" dirty="0"/>
        </a:p>
      </dgm:t>
    </dgm:pt>
    <dgm:pt modelId="{FAD1775D-E655-4515-AEB3-7877449AAE9E}" type="parTrans" cxnId="{2DEABF0C-B7AD-4B41-8E54-6155C89CE089}">
      <dgm:prSet/>
      <dgm:spPr/>
      <dgm:t>
        <a:bodyPr/>
        <a:lstStyle/>
        <a:p>
          <a:endParaRPr lang="en-US"/>
        </a:p>
      </dgm:t>
    </dgm:pt>
    <dgm:pt modelId="{C8084C93-51E2-4AC2-A883-502C34FB1944}" type="sibTrans" cxnId="{2DEABF0C-B7AD-4B41-8E54-6155C89CE089}">
      <dgm:prSet/>
      <dgm:spPr/>
      <dgm:t>
        <a:bodyPr/>
        <a:lstStyle/>
        <a:p>
          <a:endParaRPr lang="en-US"/>
        </a:p>
      </dgm:t>
    </dgm:pt>
    <dgm:pt modelId="{CD5E86F3-D861-48F7-9B5C-5B35D8A88CFF}" type="pres">
      <dgm:prSet presAssocID="{07595680-1906-4AC0-81CE-21544F464CDF}" presName="root" presStyleCnt="0">
        <dgm:presLayoutVars>
          <dgm:dir/>
          <dgm:resizeHandles val="exact"/>
        </dgm:presLayoutVars>
      </dgm:prSet>
      <dgm:spPr/>
    </dgm:pt>
    <dgm:pt modelId="{CE6D881B-3A83-41BB-81D7-F5F5D2A7BB0B}" type="pres">
      <dgm:prSet presAssocID="{D0816B01-1E2E-453C-858D-E385CA36EB72}" presName="compNode" presStyleCnt="0"/>
      <dgm:spPr/>
    </dgm:pt>
    <dgm:pt modelId="{60D31A01-5534-4344-8DE3-106B42A3D363}" type="pres">
      <dgm:prSet presAssocID="{D0816B01-1E2E-453C-858D-E385CA36EB72}" presName="bgRect" presStyleLbl="bgShp" presStyleIdx="0" presStyleCnt="6"/>
      <dgm:spPr/>
    </dgm:pt>
    <dgm:pt modelId="{21ACC95D-C150-4E96-8F62-E7EFFC719A2C}" type="pres">
      <dgm:prSet presAssocID="{D0816B01-1E2E-453C-858D-E385CA36EB7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9C4A682A-BE60-4812-BB0F-0F34A598D565}" type="pres">
      <dgm:prSet presAssocID="{D0816B01-1E2E-453C-858D-E385CA36EB72}" presName="spaceRect" presStyleCnt="0"/>
      <dgm:spPr/>
    </dgm:pt>
    <dgm:pt modelId="{D45C7B1A-CAA4-4CFE-A080-92FB81776268}" type="pres">
      <dgm:prSet presAssocID="{D0816B01-1E2E-453C-858D-E385CA36EB72}" presName="parTx" presStyleLbl="revTx" presStyleIdx="0" presStyleCnt="6">
        <dgm:presLayoutVars>
          <dgm:chMax val="0"/>
          <dgm:chPref val="0"/>
        </dgm:presLayoutVars>
      </dgm:prSet>
      <dgm:spPr/>
    </dgm:pt>
    <dgm:pt modelId="{6F111A77-4B79-435A-A8DC-1EB4AED25550}" type="pres">
      <dgm:prSet presAssocID="{5CCC27B6-4A0D-4B65-9143-D00040DD4D55}" presName="sibTrans" presStyleCnt="0"/>
      <dgm:spPr/>
    </dgm:pt>
    <dgm:pt modelId="{85AE6184-99D4-4B43-93C1-D80D8FC044DA}" type="pres">
      <dgm:prSet presAssocID="{A6554182-FF99-4472-A307-424A186D86F3}" presName="compNode" presStyleCnt="0"/>
      <dgm:spPr/>
    </dgm:pt>
    <dgm:pt modelId="{CF8A8C9D-9BE0-4ABB-BB2C-AD6BF7AFE416}" type="pres">
      <dgm:prSet presAssocID="{A6554182-FF99-4472-A307-424A186D86F3}" presName="bgRect" presStyleLbl="bgShp" presStyleIdx="1" presStyleCnt="6"/>
      <dgm:spPr/>
    </dgm:pt>
    <dgm:pt modelId="{54893707-B94D-4766-A6EF-D16F7372786E}" type="pres">
      <dgm:prSet presAssocID="{A6554182-FF99-4472-A307-424A186D86F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F9E70598-A0D9-4176-9B21-9F9B61E7DB6C}" type="pres">
      <dgm:prSet presAssocID="{A6554182-FF99-4472-A307-424A186D86F3}" presName="spaceRect" presStyleCnt="0"/>
      <dgm:spPr/>
    </dgm:pt>
    <dgm:pt modelId="{4DA92D70-4E8B-47AB-B6C8-1DAF6DA375FE}" type="pres">
      <dgm:prSet presAssocID="{A6554182-FF99-4472-A307-424A186D86F3}" presName="parTx" presStyleLbl="revTx" presStyleIdx="1" presStyleCnt="6">
        <dgm:presLayoutVars>
          <dgm:chMax val="0"/>
          <dgm:chPref val="0"/>
        </dgm:presLayoutVars>
      </dgm:prSet>
      <dgm:spPr/>
    </dgm:pt>
    <dgm:pt modelId="{7EFE4D40-2ADB-4568-A340-6BBCA4D4B949}" type="pres">
      <dgm:prSet presAssocID="{2894C646-DCC2-4EC1-88F5-999770949897}" presName="sibTrans" presStyleCnt="0"/>
      <dgm:spPr/>
    </dgm:pt>
    <dgm:pt modelId="{C407186F-D6DA-48B6-9870-5D7CE6F6DE6C}" type="pres">
      <dgm:prSet presAssocID="{3DC4631F-A74A-4DF2-B6AC-6FD1F8DB3661}" presName="compNode" presStyleCnt="0"/>
      <dgm:spPr/>
    </dgm:pt>
    <dgm:pt modelId="{BF150045-4A91-48C2-9F11-0E9EC8E44A06}" type="pres">
      <dgm:prSet presAssocID="{3DC4631F-A74A-4DF2-B6AC-6FD1F8DB3661}" presName="bgRect" presStyleLbl="bgShp" presStyleIdx="2" presStyleCnt="6"/>
      <dgm:spPr/>
    </dgm:pt>
    <dgm:pt modelId="{F47C9FC0-DFBE-48AF-98E3-0EC16F66E762}" type="pres">
      <dgm:prSet presAssocID="{3DC4631F-A74A-4DF2-B6AC-6FD1F8DB366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976E96D2-0024-4B45-8220-F671FDBDD366}" type="pres">
      <dgm:prSet presAssocID="{3DC4631F-A74A-4DF2-B6AC-6FD1F8DB3661}" presName="spaceRect" presStyleCnt="0"/>
      <dgm:spPr/>
    </dgm:pt>
    <dgm:pt modelId="{16E48C83-7341-4298-A4F1-22ED3BB75A79}" type="pres">
      <dgm:prSet presAssocID="{3DC4631F-A74A-4DF2-B6AC-6FD1F8DB3661}" presName="parTx" presStyleLbl="revTx" presStyleIdx="2" presStyleCnt="6">
        <dgm:presLayoutVars>
          <dgm:chMax val="0"/>
          <dgm:chPref val="0"/>
        </dgm:presLayoutVars>
      </dgm:prSet>
      <dgm:spPr/>
    </dgm:pt>
    <dgm:pt modelId="{815A8818-4D5E-4650-BAEE-8B49EB664C24}" type="pres">
      <dgm:prSet presAssocID="{5373A797-067F-4C21-8BBC-4B9CCC76FCDF}" presName="sibTrans" presStyleCnt="0"/>
      <dgm:spPr/>
    </dgm:pt>
    <dgm:pt modelId="{D7E209AA-5FB7-44AF-8462-0844E7CDF042}" type="pres">
      <dgm:prSet presAssocID="{1BF8A424-EE25-4200-82C3-9549576840C1}" presName="compNode" presStyleCnt="0"/>
      <dgm:spPr/>
    </dgm:pt>
    <dgm:pt modelId="{125E3DC7-9F15-4EBF-B8D6-C2CC64DDE8A8}" type="pres">
      <dgm:prSet presAssocID="{1BF8A424-EE25-4200-82C3-9549576840C1}" presName="bgRect" presStyleLbl="bgShp" presStyleIdx="3" presStyleCnt="6"/>
      <dgm:spPr/>
    </dgm:pt>
    <dgm:pt modelId="{D63374EE-4914-4EC2-B523-817FB20CFEBC}" type="pres">
      <dgm:prSet presAssocID="{1BF8A424-EE25-4200-82C3-9549576840C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p truck"/>
        </a:ext>
      </dgm:extLst>
    </dgm:pt>
    <dgm:pt modelId="{E8740BED-6299-4828-9E52-10B1A8CF8FCB}" type="pres">
      <dgm:prSet presAssocID="{1BF8A424-EE25-4200-82C3-9549576840C1}" presName="spaceRect" presStyleCnt="0"/>
      <dgm:spPr/>
    </dgm:pt>
    <dgm:pt modelId="{3E5CBB57-A03C-4EF4-BFE4-647101E0C84C}" type="pres">
      <dgm:prSet presAssocID="{1BF8A424-EE25-4200-82C3-9549576840C1}" presName="parTx" presStyleLbl="revTx" presStyleIdx="3" presStyleCnt="6">
        <dgm:presLayoutVars>
          <dgm:chMax val="0"/>
          <dgm:chPref val="0"/>
        </dgm:presLayoutVars>
      </dgm:prSet>
      <dgm:spPr/>
    </dgm:pt>
    <dgm:pt modelId="{8BC68F8A-D870-4EDC-82AE-0DF4A72F6297}" type="pres">
      <dgm:prSet presAssocID="{3728D73F-5F9B-42B0-BC2A-F60F5E5B60D8}" presName="sibTrans" presStyleCnt="0"/>
      <dgm:spPr/>
    </dgm:pt>
    <dgm:pt modelId="{19E61CAB-26C0-479E-9F2E-3C3B02258043}" type="pres">
      <dgm:prSet presAssocID="{49C40440-7CAE-4F53-8079-A89AB6A091A7}" presName="compNode" presStyleCnt="0"/>
      <dgm:spPr/>
    </dgm:pt>
    <dgm:pt modelId="{5DFB2A19-09D1-47EB-91D4-ADEB8A33114E}" type="pres">
      <dgm:prSet presAssocID="{49C40440-7CAE-4F53-8079-A89AB6A091A7}" presName="bgRect" presStyleLbl="bgShp" presStyleIdx="4" presStyleCnt="6"/>
      <dgm:spPr/>
    </dgm:pt>
    <dgm:pt modelId="{8F96CF6E-7F49-49A7-85B5-97C602CFC1F5}" type="pres">
      <dgm:prSet presAssocID="{49C40440-7CAE-4F53-8079-A89AB6A091A7}" presName="iconRect" presStyleLbl="node1" presStyleIdx="4" presStyleCnt="6"/>
      <dgm:spPr>
        <a:blipFill rotWithShape="1"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</dgm:pt>
    <dgm:pt modelId="{DED02DB8-AA0C-4CAA-91A2-B1281E54F9D7}" type="pres">
      <dgm:prSet presAssocID="{49C40440-7CAE-4F53-8079-A89AB6A091A7}" presName="spaceRect" presStyleCnt="0"/>
      <dgm:spPr/>
    </dgm:pt>
    <dgm:pt modelId="{A2D09F1C-C08D-4A8D-9F41-647D43EF8961}" type="pres">
      <dgm:prSet presAssocID="{49C40440-7CAE-4F53-8079-A89AB6A091A7}" presName="parTx" presStyleLbl="revTx" presStyleIdx="4" presStyleCnt="6">
        <dgm:presLayoutVars>
          <dgm:chMax val="0"/>
          <dgm:chPref val="0"/>
        </dgm:presLayoutVars>
      </dgm:prSet>
      <dgm:spPr/>
    </dgm:pt>
    <dgm:pt modelId="{6EFF1B01-6771-4213-8B61-A39AE9632ED8}" type="pres">
      <dgm:prSet presAssocID="{C8084C93-51E2-4AC2-A883-502C34FB1944}" presName="sibTrans" presStyleCnt="0"/>
      <dgm:spPr/>
    </dgm:pt>
    <dgm:pt modelId="{E8244B1E-DE6D-41D6-A12C-944EC8A18758}" type="pres">
      <dgm:prSet presAssocID="{2DB6C15F-AA4F-4258-BA07-19B1DB8F45A8}" presName="compNode" presStyleCnt="0"/>
      <dgm:spPr/>
    </dgm:pt>
    <dgm:pt modelId="{B1E4191A-54C8-4140-8FE9-F362B241F0A5}" type="pres">
      <dgm:prSet presAssocID="{2DB6C15F-AA4F-4258-BA07-19B1DB8F45A8}" presName="bgRect" presStyleLbl="bgShp" presStyleIdx="5" presStyleCnt="6"/>
      <dgm:spPr/>
    </dgm:pt>
    <dgm:pt modelId="{FC4C6984-C354-47DA-BEFE-D39013257085}" type="pres">
      <dgm:prSet presAssocID="{2DB6C15F-AA4F-4258-BA07-19B1DB8F45A8}" presName="iconRect" presStyleLbl="node1" presStyleIdx="5" presStyleCnt="6"/>
      <dgm:spPr>
        <a:blipFill rotWithShape="1"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</dgm:pt>
    <dgm:pt modelId="{385D38CE-9BA2-471A-BB83-6CEEB46B800D}" type="pres">
      <dgm:prSet presAssocID="{2DB6C15F-AA4F-4258-BA07-19B1DB8F45A8}" presName="spaceRect" presStyleCnt="0"/>
      <dgm:spPr/>
    </dgm:pt>
    <dgm:pt modelId="{454E65BD-BBF7-4EFB-B6B0-A39AC8759FFC}" type="pres">
      <dgm:prSet presAssocID="{2DB6C15F-AA4F-4258-BA07-19B1DB8F45A8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58423B04-6D85-4C8F-9609-3230705084F4}" srcId="{07595680-1906-4AC0-81CE-21544F464CDF}" destId="{1BF8A424-EE25-4200-82C3-9549576840C1}" srcOrd="3" destOrd="0" parTransId="{8B3E3A04-3F82-4E1C-8858-F25B26D827CC}" sibTransId="{3728D73F-5F9B-42B0-BC2A-F60F5E5B60D8}"/>
    <dgm:cxn modelId="{2DEABF0C-B7AD-4B41-8E54-6155C89CE089}" srcId="{07595680-1906-4AC0-81CE-21544F464CDF}" destId="{49C40440-7CAE-4F53-8079-A89AB6A091A7}" srcOrd="4" destOrd="0" parTransId="{FAD1775D-E655-4515-AEB3-7877449AAE9E}" sibTransId="{C8084C93-51E2-4AC2-A883-502C34FB1944}"/>
    <dgm:cxn modelId="{2DF4A93D-AD3C-4C14-8175-EE75D64E9C74}" srcId="{07595680-1906-4AC0-81CE-21544F464CDF}" destId="{2DB6C15F-AA4F-4258-BA07-19B1DB8F45A8}" srcOrd="5" destOrd="0" parTransId="{1131502A-FF9F-4B38-BE17-590AD33B846D}" sibTransId="{744E127F-91B3-452A-AF39-0FE03B57FE8B}"/>
    <dgm:cxn modelId="{B359846E-537B-4565-979F-0E5789ECDEC0}" srcId="{07595680-1906-4AC0-81CE-21544F464CDF}" destId="{D0816B01-1E2E-453C-858D-E385CA36EB72}" srcOrd="0" destOrd="0" parTransId="{4C29CBA2-8802-4BC4-B78B-EEA116A2C2DC}" sibTransId="{5CCC27B6-4A0D-4B65-9143-D00040DD4D55}"/>
    <dgm:cxn modelId="{5AE02852-451C-4A6F-A1E1-526A7421C065}" type="presOf" srcId="{2DB6C15F-AA4F-4258-BA07-19B1DB8F45A8}" destId="{454E65BD-BBF7-4EFB-B6B0-A39AC8759FFC}" srcOrd="0" destOrd="0" presId="urn:microsoft.com/office/officeart/2018/2/layout/IconVerticalSolidList"/>
    <dgm:cxn modelId="{CB8A8478-3C3E-4D12-BCD1-3CC9BDFBE4EC}" type="presOf" srcId="{49C40440-7CAE-4F53-8079-A89AB6A091A7}" destId="{A2D09F1C-C08D-4A8D-9F41-647D43EF8961}" srcOrd="0" destOrd="0" presId="urn:microsoft.com/office/officeart/2018/2/layout/IconVerticalSolidList"/>
    <dgm:cxn modelId="{23F05B86-93C9-4997-8CDF-627F529272FD}" srcId="{07595680-1906-4AC0-81CE-21544F464CDF}" destId="{A6554182-FF99-4472-A307-424A186D86F3}" srcOrd="1" destOrd="0" parTransId="{0B75BADE-52BE-400A-A528-8B6CB19DA5E0}" sibTransId="{2894C646-DCC2-4EC1-88F5-999770949897}"/>
    <dgm:cxn modelId="{F6918D88-8830-4812-866F-3D0000A7EF3F}" type="presOf" srcId="{07595680-1906-4AC0-81CE-21544F464CDF}" destId="{CD5E86F3-D861-48F7-9B5C-5B35D8A88CFF}" srcOrd="0" destOrd="0" presId="urn:microsoft.com/office/officeart/2018/2/layout/IconVerticalSolidList"/>
    <dgm:cxn modelId="{4A65ED8C-9E18-4E7D-A48C-7FBB2789ED53}" type="presOf" srcId="{3DC4631F-A74A-4DF2-B6AC-6FD1F8DB3661}" destId="{16E48C83-7341-4298-A4F1-22ED3BB75A79}" srcOrd="0" destOrd="0" presId="urn:microsoft.com/office/officeart/2018/2/layout/IconVerticalSolidList"/>
    <dgm:cxn modelId="{69AE28DD-1AF6-4146-987F-031856378203}" type="presOf" srcId="{D0816B01-1E2E-453C-858D-E385CA36EB72}" destId="{D45C7B1A-CAA4-4CFE-A080-92FB81776268}" srcOrd="0" destOrd="0" presId="urn:microsoft.com/office/officeart/2018/2/layout/IconVerticalSolidList"/>
    <dgm:cxn modelId="{3B126CDE-9203-49A0-A7DF-4580013F1CFA}" srcId="{07595680-1906-4AC0-81CE-21544F464CDF}" destId="{3DC4631F-A74A-4DF2-B6AC-6FD1F8DB3661}" srcOrd="2" destOrd="0" parTransId="{F7384284-BCFD-4291-AE2A-5F52F2B5B3D6}" sibTransId="{5373A797-067F-4C21-8BBC-4B9CCC76FCDF}"/>
    <dgm:cxn modelId="{EBC54BEA-2C5C-4674-84CA-A9406B19BEC6}" type="presOf" srcId="{1BF8A424-EE25-4200-82C3-9549576840C1}" destId="{3E5CBB57-A03C-4EF4-BFE4-647101E0C84C}" srcOrd="0" destOrd="0" presId="urn:microsoft.com/office/officeart/2018/2/layout/IconVerticalSolidList"/>
    <dgm:cxn modelId="{63EC9AF2-CDB4-45BC-863A-8066438380AC}" type="presOf" srcId="{A6554182-FF99-4472-A307-424A186D86F3}" destId="{4DA92D70-4E8B-47AB-B6C8-1DAF6DA375FE}" srcOrd="0" destOrd="0" presId="urn:microsoft.com/office/officeart/2018/2/layout/IconVerticalSolidList"/>
    <dgm:cxn modelId="{A7649640-EB6E-4AF8-8ED2-C53C500593F2}" type="presParOf" srcId="{CD5E86F3-D861-48F7-9B5C-5B35D8A88CFF}" destId="{CE6D881B-3A83-41BB-81D7-F5F5D2A7BB0B}" srcOrd="0" destOrd="0" presId="urn:microsoft.com/office/officeart/2018/2/layout/IconVerticalSolidList"/>
    <dgm:cxn modelId="{28B317EA-839C-4697-BA22-1A4E71145DDE}" type="presParOf" srcId="{CE6D881B-3A83-41BB-81D7-F5F5D2A7BB0B}" destId="{60D31A01-5534-4344-8DE3-106B42A3D363}" srcOrd="0" destOrd="0" presId="urn:microsoft.com/office/officeart/2018/2/layout/IconVerticalSolidList"/>
    <dgm:cxn modelId="{88D4557F-2916-4CFC-AD6C-7FB27FDAAACE}" type="presParOf" srcId="{CE6D881B-3A83-41BB-81D7-F5F5D2A7BB0B}" destId="{21ACC95D-C150-4E96-8F62-E7EFFC719A2C}" srcOrd="1" destOrd="0" presId="urn:microsoft.com/office/officeart/2018/2/layout/IconVerticalSolidList"/>
    <dgm:cxn modelId="{DE1102DC-951E-4004-A17B-8EF983E59615}" type="presParOf" srcId="{CE6D881B-3A83-41BB-81D7-F5F5D2A7BB0B}" destId="{9C4A682A-BE60-4812-BB0F-0F34A598D565}" srcOrd="2" destOrd="0" presId="urn:microsoft.com/office/officeart/2018/2/layout/IconVerticalSolidList"/>
    <dgm:cxn modelId="{CBDFB898-05C7-4980-AF55-FE16628DF397}" type="presParOf" srcId="{CE6D881B-3A83-41BB-81D7-F5F5D2A7BB0B}" destId="{D45C7B1A-CAA4-4CFE-A080-92FB81776268}" srcOrd="3" destOrd="0" presId="urn:microsoft.com/office/officeart/2018/2/layout/IconVerticalSolidList"/>
    <dgm:cxn modelId="{82CA5CD6-81C6-4644-A52F-B4E4AC32CBEC}" type="presParOf" srcId="{CD5E86F3-D861-48F7-9B5C-5B35D8A88CFF}" destId="{6F111A77-4B79-435A-A8DC-1EB4AED25550}" srcOrd="1" destOrd="0" presId="urn:microsoft.com/office/officeart/2018/2/layout/IconVerticalSolidList"/>
    <dgm:cxn modelId="{5030873F-B72F-4AD4-BE49-53EEFB9BCF9F}" type="presParOf" srcId="{CD5E86F3-D861-48F7-9B5C-5B35D8A88CFF}" destId="{85AE6184-99D4-4B43-93C1-D80D8FC044DA}" srcOrd="2" destOrd="0" presId="urn:microsoft.com/office/officeart/2018/2/layout/IconVerticalSolidList"/>
    <dgm:cxn modelId="{7A26F863-5BCE-4AFC-A7B4-6A0AEA868457}" type="presParOf" srcId="{85AE6184-99D4-4B43-93C1-D80D8FC044DA}" destId="{CF8A8C9D-9BE0-4ABB-BB2C-AD6BF7AFE416}" srcOrd="0" destOrd="0" presId="urn:microsoft.com/office/officeart/2018/2/layout/IconVerticalSolidList"/>
    <dgm:cxn modelId="{9C5F1849-B5B5-4B0C-9092-8D20726FA88B}" type="presParOf" srcId="{85AE6184-99D4-4B43-93C1-D80D8FC044DA}" destId="{54893707-B94D-4766-A6EF-D16F7372786E}" srcOrd="1" destOrd="0" presId="urn:microsoft.com/office/officeart/2018/2/layout/IconVerticalSolidList"/>
    <dgm:cxn modelId="{3325B623-739B-4F11-AB92-F5CCB82489E9}" type="presParOf" srcId="{85AE6184-99D4-4B43-93C1-D80D8FC044DA}" destId="{F9E70598-A0D9-4176-9B21-9F9B61E7DB6C}" srcOrd="2" destOrd="0" presId="urn:microsoft.com/office/officeart/2018/2/layout/IconVerticalSolidList"/>
    <dgm:cxn modelId="{3864DA03-1B8F-4359-B540-5DB6ED51B0C1}" type="presParOf" srcId="{85AE6184-99D4-4B43-93C1-D80D8FC044DA}" destId="{4DA92D70-4E8B-47AB-B6C8-1DAF6DA375FE}" srcOrd="3" destOrd="0" presId="urn:microsoft.com/office/officeart/2018/2/layout/IconVerticalSolidList"/>
    <dgm:cxn modelId="{7322BA24-8AE7-4A61-A87C-7B86ADC579FC}" type="presParOf" srcId="{CD5E86F3-D861-48F7-9B5C-5B35D8A88CFF}" destId="{7EFE4D40-2ADB-4568-A340-6BBCA4D4B949}" srcOrd="3" destOrd="0" presId="urn:microsoft.com/office/officeart/2018/2/layout/IconVerticalSolidList"/>
    <dgm:cxn modelId="{90B84E59-CC7E-41D0-BDA2-D47BA117D348}" type="presParOf" srcId="{CD5E86F3-D861-48F7-9B5C-5B35D8A88CFF}" destId="{C407186F-D6DA-48B6-9870-5D7CE6F6DE6C}" srcOrd="4" destOrd="0" presId="urn:microsoft.com/office/officeart/2018/2/layout/IconVerticalSolidList"/>
    <dgm:cxn modelId="{0C984AFA-5A8B-47B1-A76F-452CF28398A9}" type="presParOf" srcId="{C407186F-D6DA-48B6-9870-5D7CE6F6DE6C}" destId="{BF150045-4A91-48C2-9F11-0E9EC8E44A06}" srcOrd="0" destOrd="0" presId="urn:microsoft.com/office/officeart/2018/2/layout/IconVerticalSolidList"/>
    <dgm:cxn modelId="{186E5D29-7013-4F93-A091-2D7257F54047}" type="presParOf" srcId="{C407186F-D6DA-48B6-9870-5D7CE6F6DE6C}" destId="{F47C9FC0-DFBE-48AF-98E3-0EC16F66E762}" srcOrd="1" destOrd="0" presId="urn:microsoft.com/office/officeart/2018/2/layout/IconVerticalSolidList"/>
    <dgm:cxn modelId="{22FEC802-3042-401B-90DB-1ED657C32491}" type="presParOf" srcId="{C407186F-D6DA-48B6-9870-5D7CE6F6DE6C}" destId="{976E96D2-0024-4B45-8220-F671FDBDD366}" srcOrd="2" destOrd="0" presId="urn:microsoft.com/office/officeart/2018/2/layout/IconVerticalSolidList"/>
    <dgm:cxn modelId="{6C9BEA39-BA42-4BB6-B8F8-DC7C1602E844}" type="presParOf" srcId="{C407186F-D6DA-48B6-9870-5D7CE6F6DE6C}" destId="{16E48C83-7341-4298-A4F1-22ED3BB75A79}" srcOrd="3" destOrd="0" presId="urn:microsoft.com/office/officeart/2018/2/layout/IconVerticalSolidList"/>
    <dgm:cxn modelId="{F7244A47-8F45-4A47-9E35-675C1355E9FD}" type="presParOf" srcId="{CD5E86F3-D861-48F7-9B5C-5B35D8A88CFF}" destId="{815A8818-4D5E-4650-BAEE-8B49EB664C24}" srcOrd="5" destOrd="0" presId="urn:microsoft.com/office/officeart/2018/2/layout/IconVerticalSolidList"/>
    <dgm:cxn modelId="{708CD484-4E5F-4FAC-B241-9BFD23A089DA}" type="presParOf" srcId="{CD5E86F3-D861-48F7-9B5C-5B35D8A88CFF}" destId="{D7E209AA-5FB7-44AF-8462-0844E7CDF042}" srcOrd="6" destOrd="0" presId="urn:microsoft.com/office/officeart/2018/2/layout/IconVerticalSolidList"/>
    <dgm:cxn modelId="{00148A2B-F6F1-4C6B-9F6A-718C12DF080E}" type="presParOf" srcId="{D7E209AA-5FB7-44AF-8462-0844E7CDF042}" destId="{125E3DC7-9F15-4EBF-B8D6-C2CC64DDE8A8}" srcOrd="0" destOrd="0" presId="urn:microsoft.com/office/officeart/2018/2/layout/IconVerticalSolidList"/>
    <dgm:cxn modelId="{181BC0A5-4F79-4788-9CDC-970510F1127D}" type="presParOf" srcId="{D7E209AA-5FB7-44AF-8462-0844E7CDF042}" destId="{D63374EE-4914-4EC2-B523-817FB20CFEBC}" srcOrd="1" destOrd="0" presId="urn:microsoft.com/office/officeart/2018/2/layout/IconVerticalSolidList"/>
    <dgm:cxn modelId="{636041CB-0D09-4689-BDAA-E7F71897CF19}" type="presParOf" srcId="{D7E209AA-5FB7-44AF-8462-0844E7CDF042}" destId="{E8740BED-6299-4828-9E52-10B1A8CF8FCB}" srcOrd="2" destOrd="0" presId="urn:microsoft.com/office/officeart/2018/2/layout/IconVerticalSolidList"/>
    <dgm:cxn modelId="{E60C7123-3D77-49FE-9959-F0F96406C04F}" type="presParOf" srcId="{D7E209AA-5FB7-44AF-8462-0844E7CDF042}" destId="{3E5CBB57-A03C-4EF4-BFE4-647101E0C84C}" srcOrd="3" destOrd="0" presId="urn:microsoft.com/office/officeart/2018/2/layout/IconVerticalSolidList"/>
    <dgm:cxn modelId="{3956598E-5E76-4356-963F-36708CEE46DE}" type="presParOf" srcId="{CD5E86F3-D861-48F7-9B5C-5B35D8A88CFF}" destId="{8BC68F8A-D870-4EDC-82AE-0DF4A72F6297}" srcOrd="7" destOrd="0" presId="urn:microsoft.com/office/officeart/2018/2/layout/IconVerticalSolidList"/>
    <dgm:cxn modelId="{53854C33-2627-423A-B45A-0D625712ACDE}" type="presParOf" srcId="{CD5E86F3-D861-48F7-9B5C-5B35D8A88CFF}" destId="{19E61CAB-26C0-479E-9F2E-3C3B02258043}" srcOrd="8" destOrd="0" presId="urn:microsoft.com/office/officeart/2018/2/layout/IconVerticalSolidList"/>
    <dgm:cxn modelId="{4BEE71F6-60CC-41E2-BCA2-74250E3A3C0A}" type="presParOf" srcId="{19E61CAB-26C0-479E-9F2E-3C3B02258043}" destId="{5DFB2A19-09D1-47EB-91D4-ADEB8A33114E}" srcOrd="0" destOrd="0" presId="urn:microsoft.com/office/officeart/2018/2/layout/IconVerticalSolidList"/>
    <dgm:cxn modelId="{A0723C8C-DA1C-47B5-B84A-72A8C50686B8}" type="presParOf" srcId="{19E61CAB-26C0-479E-9F2E-3C3B02258043}" destId="{8F96CF6E-7F49-49A7-85B5-97C602CFC1F5}" srcOrd="1" destOrd="0" presId="urn:microsoft.com/office/officeart/2018/2/layout/IconVerticalSolidList"/>
    <dgm:cxn modelId="{0BF1A9BD-662D-4ED4-B888-97FBC5A6C086}" type="presParOf" srcId="{19E61CAB-26C0-479E-9F2E-3C3B02258043}" destId="{DED02DB8-AA0C-4CAA-91A2-B1281E54F9D7}" srcOrd="2" destOrd="0" presId="urn:microsoft.com/office/officeart/2018/2/layout/IconVerticalSolidList"/>
    <dgm:cxn modelId="{DDD80A86-B377-4C9D-825A-8F7578515BEA}" type="presParOf" srcId="{19E61CAB-26C0-479E-9F2E-3C3B02258043}" destId="{A2D09F1C-C08D-4A8D-9F41-647D43EF8961}" srcOrd="3" destOrd="0" presId="urn:microsoft.com/office/officeart/2018/2/layout/IconVerticalSolidList"/>
    <dgm:cxn modelId="{3076562C-D588-4699-B2D2-E106438AAB03}" type="presParOf" srcId="{CD5E86F3-D861-48F7-9B5C-5B35D8A88CFF}" destId="{6EFF1B01-6771-4213-8B61-A39AE9632ED8}" srcOrd="9" destOrd="0" presId="urn:microsoft.com/office/officeart/2018/2/layout/IconVerticalSolidList"/>
    <dgm:cxn modelId="{AC32FABA-F7B2-47BB-A5EE-3C178EDE7531}" type="presParOf" srcId="{CD5E86F3-D861-48F7-9B5C-5B35D8A88CFF}" destId="{E8244B1E-DE6D-41D6-A12C-944EC8A18758}" srcOrd="10" destOrd="0" presId="urn:microsoft.com/office/officeart/2018/2/layout/IconVerticalSolidList"/>
    <dgm:cxn modelId="{1EFB54E8-6A4A-427A-A86E-904E217857CD}" type="presParOf" srcId="{E8244B1E-DE6D-41D6-A12C-944EC8A18758}" destId="{B1E4191A-54C8-4140-8FE9-F362B241F0A5}" srcOrd="0" destOrd="0" presId="urn:microsoft.com/office/officeart/2018/2/layout/IconVerticalSolidList"/>
    <dgm:cxn modelId="{FBF370D5-6C46-4CAE-8DBB-C1D2C242F940}" type="presParOf" srcId="{E8244B1E-DE6D-41D6-A12C-944EC8A18758}" destId="{FC4C6984-C354-47DA-BEFE-D39013257085}" srcOrd="1" destOrd="0" presId="urn:microsoft.com/office/officeart/2018/2/layout/IconVerticalSolidList"/>
    <dgm:cxn modelId="{DC85781F-9F6A-4B22-93E3-706E4AACA2DD}" type="presParOf" srcId="{E8244B1E-DE6D-41D6-A12C-944EC8A18758}" destId="{385D38CE-9BA2-471A-BB83-6CEEB46B800D}" srcOrd="2" destOrd="0" presId="urn:microsoft.com/office/officeart/2018/2/layout/IconVerticalSolidList"/>
    <dgm:cxn modelId="{6B200A79-8254-4490-AF64-5DF904B4EF85}" type="presParOf" srcId="{E8244B1E-DE6D-41D6-A12C-944EC8A18758}" destId="{454E65BD-BBF7-4EFB-B6B0-A39AC8759FF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2249A3E-0B62-493B-9CBF-95FAF136DCF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D857F5-91C6-4E3F-B977-6DAB5B5E0776}">
      <dgm:prSet/>
      <dgm:spPr/>
      <dgm:t>
        <a:bodyPr/>
        <a:lstStyle/>
        <a:p>
          <a:pPr>
            <a:lnSpc>
              <a:spcPct val="100000"/>
            </a:lnSpc>
          </a:pPr>
          <a:r>
            <a:rPr lang="en-DK" dirty="0"/>
            <a:t>1. Assigning items to a truck in a delivery time horizon</a:t>
          </a:r>
          <a:endParaRPr lang="en-US" dirty="0"/>
        </a:p>
      </dgm:t>
    </dgm:pt>
    <dgm:pt modelId="{3219E305-0740-497D-9FAD-68447178133E}" type="parTrans" cxnId="{16FA5003-00C3-463B-9F1E-D257DCA07404}">
      <dgm:prSet/>
      <dgm:spPr/>
      <dgm:t>
        <a:bodyPr/>
        <a:lstStyle/>
        <a:p>
          <a:endParaRPr lang="en-US"/>
        </a:p>
      </dgm:t>
    </dgm:pt>
    <dgm:pt modelId="{02A4F3A0-EA97-499A-A240-03C50D4C1173}" type="sibTrans" cxnId="{16FA5003-00C3-463B-9F1E-D257DCA07404}">
      <dgm:prSet/>
      <dgm:spPr/>
      <dgm:t>
        <a:bodyPr/>
        <a:lstStyle/>
        <a:p>
          <a:endParaRPr lang="en-US"/>
        </a:p>
      </dgm:t>
    </dgm:pt>
    <dgm:pt modelId="{014DE820-34E7-483D-A1F1-920D1337506C}">
      <dgm:prSet/>
      <dgm:spPr/>
      <dgm:t>
        <a:bodyPr/>
        <a:lstStyle/>
        <a:p>
          <a:pPr>
            <a:lnSpc>
              <a:spcPct val="100000"/>
            </a:lnSpc>
          </a:pPr>
          <a:r>
            <a:rPr lang="en-DK"/>
            <a:t>Availability of truck</a:t>
          </a:r>
          <a:endParaRPr lang="en-US"/>
        </a:p>
      </dgm:t>
    </dgm:pt>
    <dgm:pt modelId="{598DF3D9-D247-4241-90E9-862737B5C904}" type="parTrans" cxnId="{FD9A14AB-0D4D-4F74-BFE3-9A0FC814B808}">
      <dgm:prSet/>
      <dgm:spPr/>
      <dgm:t>
        <a:bodyPr/>
        <a:lstStyle/>
        <a:p>
          <a:endParaRPr lang="en-US"/>
        </a:p>
      </dgm:t>
    </dgm:pt>
    <dgm:pt modelId="{A6F4BF57-45F0-41DA-B23F-A92EFF479592}" type="sibTrans" cxnId="{FD9A14AB-0D4D-4F74-BFE3-9A0FC814B808}">
      <dgm:prSet/>
      <dgm:spPr/>
      <dgm:t>
        <a:bodyPr/>
        <a:lstStyle/>
        <a:p>
          <a:endParaRPr lang="en-US"/>
        </a:p>
      </dgm:t>
    </dgm:pt>
    <dgm:pt modelId="{D63C4D8A-9A36-4EF7-B39C-96AD76CD90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</a:t>
          </a:r>
          <a:r>
            <a:rPr lang="en-DK"/>
            <a:t>ruck size</a:t>
          </a:r>
          <a:endParaRPr lang="en-US"/>
        </a:p>
      </dgm:t>
    </dgm:pt>
    <dgm:pt modelId="{28D8DAAB-F59F-4002-BEFC-9AF758377A4D}" type="parTrans" cxnId="{80AD79C4-6422-4F20-97A9-935281B6654A}">
      <dgm:prSet/>
      <dgm:spPr/>
      <dgm:t>
        <a:bodyPr/>
        <a:lstStyle/>
        <a:p>
          <a:endParaRPr lang="en-US"/>
        </a:p>
      </dgm:t>
    </dgm:pt>
    <dgm:pt modelId="{866ED521-5076-4006-A37A-028DE4560C55}" type="sibTrans" cxnId="{80AD79C4-6422-4F20-97A9-935281B6654A}">
      <dgm:prSet/>
      <dgm:spPr/>
      <dgm:t>
        <a:bodyPr/>
        <a:lstStyle/>
        <a:p>
          <a:endParaRPr lang="en-US"/>
        </a:p>
      </dgm:t>
    </dgm:pt>
    <dgm:pt modelId="{5C3351BD-0404-43F0-87F3-93CB12391AB6}">
      <dgm:prSet/>
      <dgm:spPr/>
      <dgm:t>
        <a:bodyPr/>
        <a:lstStyle/>
        <a:p>
          <a:pPr>
            <a:lnSpc>
              <a:spcPct val="100000"/>
            </a:lnSpc>
          </a:pPr>
          <a:r>
            <a:rPr lang="en-DK"/>
            <a:t>Truck capacity</a:t>
          </a:r>
          <a:endParaRPr lang="en-US"/>
        </a:p>
      </dgm:t>
    </dgm:pt>
    <dgm:pt modelId="{F94C1210-278F-49C0-B0C4-3D7D7E2299B8}" type="parTrans" cxnId="{6E01FE99-0E26-412A-9EEF-EEE06385BA40}">
      <dgm:prSet/>
      <dgm:spPr/>
      <dgm:t>
        <a:bodyPr/>
        <a:lstStyle/>
        <a:p>
          <a:endParaRPr lang="en-US"/>
        </a:p>
      </dgm:t>
    </dgm:pt>
    <dgm:pt modelId="{1A6BB3CE-AD5B-4028-ACFE-C0745DE56958}" type="sibTrans" cxnId="{6E01FE99-0E26-412A-9EEF-EEE06385BA40}">
      <dgm:prSet/>
      <dgm:spPr/>
      <dgm:t>
        <a:bodyPr/>
        <a:lstStyle/>
        <a:p>
          <a:endParaRPr lang="en-US"/>
        </a:p>
      </dgm:t>
    </dgm:pt>
    <dgm:pt modelId="{4858A613-F2EF-4E74-9D5A-C755F0D6F6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</a:t>
          </a:r>
          <a:r>
            <a:rPr lang="en-DK"/>
            <a:t>ax number of stops</a:t>
          </a:r>
          <a:endParaRPr lang="en-US"/>
        </a:p>
      </dgm:t>
    </dgm:pt>
    <dgm:pt modelId="{8814264C-CA09-49B9-A8A9-5D0E0C9A21CA}" type="parTrans" cxnId="{D9894C4A-5069-4719-8351-C17FDFFDB673}">
      <dgm:prSet/>
      <dgm:spPr/>
      <dgm:t>
        <a:bodyPr/>
        <a:lstStyle/>
        <a:p>
          <a:endParaRPr lang="en-US"/>
        </a:p>
      </dgm:t>
    </dgm:pt>
    <dgm:pt modelId="{3133A237-45F5-41AC-B9BF-FA16C82E1CF4}" type="sibTrans" cxnId="{D9894C4A-5069-4719-8351-C17FDFFDB673}">
      <dgm:prSet/>
      <dgm:spPr/>
      <dgm:t>
        <a:bodyPr/>
        <a:lstStyle/>
        <a:p>
          <a:endParaRPr lang="en-US"/>
        </a:p>
      </dgm:t>
    </dgm:pt>
    <dgm:pt modelId="{05E6BD3D-5CB1-4573-BD4B-C2ACA45E9163}">
      <dgm:prSet/>
      <dgm:spPr/>
      <dgm:t>
        <a:bodyPr/>
        <a:lstStyle/>
        <a:p>
          <a:pPr>
            <a:lnSpc>
              <a:spcPct val="100000"/>
            </a:lnSpc>
          </a:pPr>
          <a:r>
            <a:rPr lang="en-DK"/>
            <a:t>2. Consolidate delivery items  of one destination for a given day</a:t>
          </a:r>
          <a:endParaRPr lang="en-US"/>
        </a:p>
      </dgm:t>
    </dgm:pt>
    <dgm:pt modelId="{B393529A-1385-4A67-81D8-9854BF7A6C01}" type="parTrans" cxnId="{C2434E3B-C371-4D47-B4A7-72EDC0442ECD}">
      <dgm:prSet/>
      <dgm:spPr/>
      <dgm:t>
        <a:bodyPr/>
        <a:lstStyle/>
        <a:p>
          <a:endParaRPr lang="en-US"/>
        </a:p>
      </dgm:t>
    </dgm:pt>
    <dgm:pt modelId="{A8C9A90A-A4A2-4C64-8CC8-5F3287158761}" type="sibTrans" cxnId="{C2434E3B-C371-4D47-B4A7-72EDC0442ECD}">
      <dgm:prSet/>
      <dgm:spPr/>
      <dgm:t>
        <a:bodyPr/>
        <a:lstStyle/>
        <a:p>
          <a:endParaRPr lang="en-US"/>
        </a:p>
      </dgm:t>
    </dgm:pt>
    <dgm:pt modelId="{D9107ACA-5C1A-44D3-A890-C876E0F04C07}">
      <dgm:prSet/>
      <dgm:spPr/>
      <dgm:t>
        <a:bodyPr/>
        <a:lstStyle/>
        <a:p>
          <a:pPr>
            <a:lnSpc>
              <a:spcPct val="100000"/>
            </a:lnSpc>
          </a:pPr>
          <a:r>
            <a:rPr lang="en-DK"/>
            <a:t>3. Capacitated vehicle routing problem for each day</a:t>
          </a:r>
          <a:endParaRPr lang="en-US"/>
        </a:p>
      </dgm:t>
    </dgm:pt>
    <dgm:pt modelId="{688D4434-2B8F-46B5-9F16-D67AE28CA772}" type="parTrans" cxnId="{EE82143B-F782-428E-ABE0-0A428EC03FE0}">
      <dgm:prSet/>
      <dgm:spPr/>
      <dgm:t>
        <a:bodyPr/>
        <a:lstStyle/>
        <a:p>
          <a:endParaRPr lang="en-US"/>
        </a:p>
      </dgm:t>
    </dgm:pt>
    <dgm:pt modelId="{D55247CC-08D4-4F25-8D0E-54D8498DEC30}" type="sibTrans" cxnId="{EE82143B-F782-428E-ABE0-0A428EC03FE0}">
      <dgm:prSet/>
      <dgm:spPr/>
      <dgm:t>
        <a:bodyPr/>
        <a:lstStyle/>
        <a:p>
          <a:endParaRPr lang="en-US"/>
        </a:p>
      </dgm:t>
    </dgm:pt>
    <dgm:pt modelId="{1331C64E-281D-4A56-B54B-0DCD4A955A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</a:t>
          </a:r>
          <a:r>
            <a:rPr lang="en-DK"/>
            <a:t>ax number of stops</a:t>
          </a:r>
          <a:endParaRPr lang="en-US"/>
        </a:p>
      </dgm:t>
    </dgm:pt>
    <dgm:pt modelId="{DE954757-DBAB-4552-B295-8A66D2FB6E89}" type="parTrans" cxnId="{086BB665-34B6-4E0C-B66C-51BA4E536BFB}">
      <dgm:prSet/>
      <dgm:spPr/>
      <dgm:t>
        <a:bodyPr/>
        <a:lstStyle/>
        <a:p>
          <a:endParaRPr lang="en-US"/>
        </a:p>
      </dgm:t>
    </dgm:pt>
    <dgm:pt modelId="{BD40D5E7-44BD-4350-B652-988207C50845}" type="sibTrans" cxnId="{086BB665-34B6-4E0C-B66C-51BA4E536BFB}">
      <dgm:prSet/>
      <dgm:spPr/>
      <dgm:t>
        <a:bodyPr/>
        <a:lstStyle/>
        <a:p>
          <a:endParaRPr lang="en-US"/>
        </a:p>
      </dgm:t>
    </dgm:pt>
    <dgm:pt modelId="{F0EF2A95-DBE3-439A-B420-DD49E3D26955}">
      <dgm:prSet/>
      <dgm:spPr/>
      <dgm:t>
        <a:bodyPr/>
        <a:lstStyle/>
        <a:p>
          <a:pPr>
            <a:lnSpc>
              <a:spcPct val="100000"/>
            </a:lnSpc>
          </a:pPr>
          <a:r>
            <a:rPr lang="en-DK"/>
            <a:t>Using all trucks</a:t>
          </a:r>
          <a:endParaRPr lang="en-US"/>
        </a:p>
      </dgm:t>
    </dgm:pt>
    <dgm:pt modelId="{1AAE2B76-0DD8-45FD-B007-B62C83026CA7}" type="parTrans" cxnId="{6C6FA69E-284A-4049-9183-55B39D882EAE}">
      <dgm:prSet/>
      <dgm:spPr/>
      <dgm:t>
        <a:bodyPr/>
        <a:lstStyle/>
        <a:p>
          <a:endParaRPr lang="en-US"/>
        </a:p>
      </dgm:t>
    </dgm:pt>
    <dgm:pt modelId="{DDFEFCFC-CD33-4CCD-9C40-A59BF1608F3D}" type="sibTrans" cxnId="{6C6FA69E-284A-4049-9183-55B39D882EAE}">
      <dgm:prSet/>
      <dgm:spPr/>
      <dgm:t>
        <a:bodyPr/>
        <a:lstStyle/>
        <a:p>
          <a:endParaRPr lang="en-US"/>
        </a:p>
      </dgm:t>
    </dgm:pt>
    <dgm:pt modelId="{94ABAB1D-B83F-4FF9-AADB-543BBDA34F70}">
      <dgm:prSet/>
      <dgm:spPr/>
      <dgm:t>
        <a:bodyPr/>
        <a:lstStyle/>
        <a:p>
          <a:pPr>
            <a:lnSpc>
              <a:spcPct val="100000"/>
            </a:lnSpc>
          </a:pPr>
          <a:r>
            <a:rPr lang="en-DK"/>
            <a:t>Capacity and size check</a:t>
          </a:r>
          <a:endParaRPr lang="en-US"/>
        </a:p>
      </dgm:t>
    </dgm:pt>
    <dgm:pt modelId="{6104AECF-FF34-4D86-8E87-F335F22F6805}" type="parTrans" cxnId="{9096EA0D-522C-4EA6-82C6-1396F8F7A633}">
      <dgm:prSet/>
      <dgm:spPr/>
      <dgm:t>
        <a:bodyPr/>
        <a:lstStyle/>
        <a:p>
          <a:endParaRPr lang="en-US"/>
        </a:p>
      </dgm:t>
    </dgm:pt>
    <dgm:pt modelId="{4AB8E3CF-B3C2-4361-B56D-DAD032E4963B}" type="sibTrans" cxnId="{9096EA0D-522C-4EA6-82C6-1396F8F7A633}">
      <dgm:prSet/>
      <dgm:spPr/>
      <dgm:t>
        <a:bodyPr/>
        <a:lstStyle/>
        <a:p>
          <a:endParaRPr lang="en-US"/>
        </a:p>
      </dgm:t>
    </dgm:pt>
    <dgm:pt modelId="{3AB81443-F365-4E2A-AF78-AF9EE39392CA}" type="pres">
      <dgm:prSet presAssocID="{42249A3E-0B62-493B-9CBF-95FAF136DCF3}" presName="root" presStyleCnt="0">
        <dgm:presLayoutVars>
          <dgm:dir/>
          <dgm:resizeHandles val="exact"/>
        </dgm:presLayoutVars>
      </dgm:prSet>
      <dgm:spPr/>
    </dgm:pt>
    <dgm:pt modelId="{8E53FF85-09DF-46A5-8ED7-EF77CFC73854}" type="pres">
      <dgm:prSet presAssocID="{6ED857F5-91C6-4E3F-B977-6DAB5B5E0776}" presName="compNode" presStyleCnt="0"/>
      <dgm:spPr/>
    </dgm:pt>
    <dgm:pt modelId="{7BB1ED5F-6943-4C14-9BFB-69B5F51D2B8F}" type="pres">
      <dgm:prSet presAssocID="{6ED857F5-91C6-4E3F-B977-6DAB5B5E0776}" presName="bgRect" presStyleLbl="bgShp" presStyleIdx="0" presStyleCnt="3" custLinFactNeighborY="-19500"/>
      <dgm:spPr/>
    </dgm:pt>
    <dgm:pt modelId="{035FF27D-BB0B-46F8-B3C5-1EA6A092FEA0}" type="pres">
      <dgm:prSet presAssocID="{6ED857F5-91C6-4E3F-B977-6DAB5B5E0776}" presName="iconRect" presStyleLbl="node1" presStyleIdx="0" presStyleCnt="3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D939F726-C1A1-4768-8773-AECE8A4C9274}" type="pres">
      <dgm:prSet presAssocID="{6ED857F5-91C6-4E3F-B977-6DAB5B5E0776}" presName="spaceRect" presStyleCnt="0"/>
      <dgm:spPr/>
    </dgm:pt>
    <dgm:pt modelId="{762EAC80-DF42-4480-9172-903AA9533F86}" type="pres">
      <dgm:prSet presAssocID="{6ED857F5-91C6-4E3F-B977-6DAB5B5E0776}" presName="parTx" presStyleLbl="revTx" presStyleIdx="0" presStyleCnt="5">
        <dgm:presLayoutVars>
          <dgm:chMax val="0"/>
          <dgm:chPref val="0"/>
        </dgm:presLayoutVars>
      </dgm:prSet>
      <dgm:spPr/>
    </dgm:pt>
    <dgm:pt modelId="{1D434ADA-0C4A-42E5-96EB-0D96BE47A80D}" type="pres">
      <dgm:prSet presAssocID="{6ED857F5-91C6-4E3F-B977-6DAB5B5E0776}" presName="desTx" presStyleLbl="revTx" presStyleIdx="1" presStyleCnt="5">
        <dgm:presLayoutVars/>
      </dgm:prSet>
      <dgm:spPr/>
    </dgm:pt>
    <dgm:pt modelId="{5E67978D-1DDC-40DD-82B0-3B44D6880CBB}" type="pres">
      <dgm:prSet presAssocID="{02A4F3A0-EA97-499A-A240-03C50D4C1173}" presName="sibTrans" presStyleCnt="0"/>
      <dgm:spPr/>
    </dgm:pt>
    <dgm:pt modelId="{D9BCF1FE-4E35-4639-956C-076D3808C094}" type="pres">
      <dgm:prSet presAssocID="{05E6BD3D-5CB1-4573-BD4B-C2ACA45E9163}" presName="compNode" presStyleCnt="0"/>
      <dgm:spPr/>
    </dgm:pt>
    <dgm:pt modelId="{6CAC917B-4F8E-4134-B8FC-195932F9E576}" type="pres">
      <dgm:prSet presAssocID="{05E6BD3D-5CB1-4573-BD4B-C2ACA45E9163}" presName="bgRect" presStyleLbl="bgShp" presStyleIdx="1" presStyleCnt="3"/>
      <dgm:spPr/>
    </dgm:pt>
    <dgm:pt modelId="{4D96556A-636E-4E69-8389-11D9DE2860B7}" type="pres">
      <dgm:prSet presAssocID="{05E6BD3D-5CB1-4573-BD4B-C2ACA45E916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30F103DB-A5FF-4172-8D36-7BDD8392EABC}" type="pres">
      <dgm:prSet presAssocID="{05E6BD3D-5CB1-4573-BD4B-C2ACA45E9163}" presName="spaceRect" presStyleCnt="0"/>
      <dgm:spPr/>
    </dgm:pt>
    <dgm:pt modelId="{8F3420FB-3F95-4461-B0F5-9BAEA87466B6}" type="pres">
      <dgm:prSet presAssocID="{05E6BD3D-5CB1-4573-BD4B-C2ACA45E9163}" presName="parTx" presStyleLbl="revTx" presStyleIdx="2" presStyleCnt="5">
        <dgm:presLayoutVars>
          <dgm:chMax val="0"/>
          <dgm:chPref val="0"/>
        </dgm:presLayoutVars>
      </dgm:prSet>
      <dgm:spPr/>
    </dgm:pt>
    <dgm:pt modelId="{A551A054-9FF1-4ABD-BA38-67C2BEC88BA1}" type="pres">
      <dgm:prSet presAssocID="{A8C9A90A-A4A2-4C64-8CC8-5F3287158761}" presName="sibTrans" presStyleCnt="0"/>
      <dgm:spPr/>
    </dgm:pt>
    <dgm:pt modelId="{F6A99260-29E9-466E-BAFC-13CEC29241AD}" type="pres">
      <dgm:prSet presAssocID="{D9107ACA-5C1A-44D3-A890-C876E0F04C07}" presName="compNode" presStyleCnt="0"/>
      <dgm:spPr/>
    </dgm:pt>
    <dgm:pt modelId="{8F1658E4-85FE-423F-A333-236748F795BC}" type="pres">
      <dgm:prSet presAssocID="{D9107ACA-5C1A-44D3-A890-C876E0F04C07}" presName="bgRect" presStyleLbl="bgShp" presStyleIdx="2" presStyleCnt="3"/>
      <dgm:spPr/>
    </dgm:pt>
    <dgm:pt modelId="{39A7D44F-9EB1-4102-BFB2-89BA7ED6D4F3}" type="pres">
      <dgm:prSet presAssocID="{D9107ACA-5C1A-44D3-A890-C876E0F04C0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EA816ACC-1B71-41A1-B3BB-D95E8DF56A9E}" type="pres">
      <dgm:prSet presAssocID="{D9107ACA-5C1A-44D3-A890-C876E0F04C07}" presName="spaceRect" presStyleCnt="0"/>
      <dgm:spPr/>
    </dgm:pt>
    <dgm:pt modelId="{7C93655C-590F-4EB5-B897-48717255AC6D}" type="pres">
      <dgm:prSet presAssocID="{D9107ACA-5C1A-44D3-A890-C876E0F04C07}" presName="parTx" presStyleLbl="revTx" presStyleIdx="3" presStyleCnt="5">
        <dgm:presLayoutVars>
          <dgm:chMax val="0"/>
          <dgm:chPref val="0"/>
        </dgm:presLayoutVars>
      </dgm:prSet>
      <dgm:spPr/>
    </dgm:pt>
    <dgm:pt modelId="{526BC713-231F-4AA3-8BD6-5BD14B1046C6}" type="pres">
      <dgm:prSet presAssocID="{D9107ACA-5C1A-44D3-A890-C876E0F04C07}" presName="desTx" presStyleLbl="revTx" presStyleIdx="4" presStyleCnt="5">
        <dgm:presLayoutVars/>
      </dgm:prSet>
      <dgm:spPr/>
    </dgm:pt>
  </dgm:ptLst>
  <dgm:cxnLst>
    <dgm:cxn modelId="{B415D201-66D0-46B2-885E-0AEB6F1476C8}" type="presOf" srcId="{5C3351BD-0404-43F0-87F3-93CB12391AB6}" destId="{1D434ADA-0C4A-42E5-96EB-0D96BE47A80D}" srcOrd="0" destOrd="2" presId="urn:microsoft.com/office/officeart/2018/2/layout/IconVerticalSolidList"/>
    <dgm:cxn modelId="{16FA5003-00C3-463B-9F1E-D257DCA07404}" srcId="{42249A3E-0B62-493B-9CBF-95FAF136DCF3}" destId="{6ED857F5-91C6-4E3F-B977-6DAB5B5E0776}" srcOrd="0" destOrd="0" parTransId="{3219E305-0740-497D-9FAD-68447178133E}" sibTransId="{02A4F3A0-EA97-499A-A240-03C50D4C1173}"/>
    <dgm:cxn modelId="{9096EA0D-522C-4EA6-82C6-1396F8F7A633}" srcId="{D9107ACA-5C1A-44D3-A890-C876E0F04C07}" destId="{94ABAB1D-B83F-4FF9-AADB-543BBDA34F70}" srcOrd="2" destOrd="0" parTransId="{6104AECF-FF34-4D86-8E87-F335F22F6805}" sibTransId="{4AB8E3CF-B3C2-4361-B56D-DAD032E4963B}"/>
    <dgm:cxn modelId="{3ACC082A-F88E-4FD1-935C-741C7056BD6D}" type="presOf" srcId="{42249A3E-0B62-493B-9CBF-95FAF136DCF3}" destId="{3AB81443-F365-4E2A-AF78-AF9EE39392CA}" srcOrd="0" destOrd="0" presId="urn:microsoft.com/office/officeart/2018/2/layout/IconVerticalSolidList"/>
    <dgm:cxn modelId="{C796F930-6421-4927-962E-87C7AE5AC055}" type="presOf" srcId="{05E6BD3D-5CB1-4573-BD4B-C2ACA45E9163}" destId="{8F3420FB-3F95-4461-B0F5-9BAEA87466B6}" srcOrd="0" destOrd="0" presId="urn:microsoft.com/office/officeart/2018/2/layout/IconVerticalSolidList"/>
    <dgm:cxn modelId="{EE82143B-F782-428E-ABE0-0A428EC03FE0}" srcId="{42249A3E-0B62-493B-9CBF-95FAF136DCF3}" destId="{D9107ACA-5C1A-44D3-A890-C876E0F04C07}" srcOrd="2" destOrd="0" parTransId="{688D4434-2B8F-46B5-9F16-D67AE28CA772}" sibTransId="{D55247CC-08D4-4F25-8D0E-54D8498DEC30}"/>
    <dgm:cxn modelId="{C2434E3B-C371-4D47-B4A7-72EDC0442ECD}" srcId="{42249A3E-0B62-493B-9CBF-95FAF136DCF3}" destId="{05E6BD3D-5CB1-4573-BD4B-C2ACA45E9163}" srcOrd="1" destOrd="0" parTransId="{B393529A-1385-4A67-81D8-9854BF7A6C01}" sibTransId="{A8C9A90A-A4A2-4C64-8CC8-5F3287158761}"/>
    <dgm:cxn modelId="{086BB665-34B6-4E0C-B66C-51BA4E536BFB}" srcId="{D9107ACA-5C1A-44D3-A890-C876E0F04C07}" destId="{1331C64E-281D-4A56-B54B-0DCD4A955A64}" srcOrd="0" destOrd="0" parTransId="{DE954757-DBAB-4552-B295-8A66D2FB6E89}" sibTransId="{BD40D5E7-44BD-4350-B652-988207C50845}"/>
    <dgm:cxn modelId="{D9894C4A-5069-4719-8351-C17FDFFDB673}" srcId="{6ED857F5-91C6-4E3F-B977-6DAB5B5E0776}" destId="{4858A613-F2EF-4E74-9D5A-C755F0D6F6A5}" srcOrd="3" destOrd="0" parTransId="{8814264C-CA09-49B9-A8A9-5D0E0C9A21CA}" sibTransId="{3133A237-45F5-41AC-B9BF-FA16C82E1CF4}"/>
    <dgm:cxn modelId="{BAF40A4B-45EE-4DF4-8E0A-7237E1A740A6}" type="presOf" srcId="{6ED857F5-91C6-4E3F-B977-6DAB5B5E0776}" destId="{762EAC80-DF42-4480-9172-903AA9533F86}" srcOrd="0" destOrd="0" presId="urn:microsoft.com/office/officeart/2018/2/layout/IconVerticalSolidList"/>
    <dgm:cxn modelId="{CDDBFD4E-D285-4927-9D9E-950088C98B3F}" type="presOf" srcId="{F0EF2A95-DBE3-439A-B420-DD49E3D26955}" destId="{526BC713-231F-4AA3-8BD6-5BD14B1046C6}" srcOrd="0" destOrd="1" presId="urn:microsoft.com/office/officeart/2018/2/layout/IconVerticalSolidList"/>
    <dgm:cxn modelId="{14947B6F-870B-4829-8348-FF4FBA5F8747}" type="presOf" srcId="{014DE820-34E7-483D-A1F1-920D1337506C}" destId="{1D434ADA-0C4A-42E5-96EB-0D96BE47A80D}" srcOrd="0" destOrd="0" presId="urn:microsoft.com/office/officeart/2018/2/layout/IconVerticalSolidList"/>
    <dgm:cxn modelId="{DE5E5C51-A400-4AC0-BAFD-7E05A1426710}" type="presOf" srcId="{D9107ACA-5C1A-44D3-A890-C876E0F04C07}" destId="{7C93655C-590F-4EB5-B897-48717255AC6D}" srcOrd="0" destOrd="0" presId="urn:microsoft.com/office/officeart/2018/2/layout/IconVerticalSolidList"/>
    <dgm:cxn modelId="{B003437F-A35E-4DD2-820D-A9B54D4A8DAB}" type="presOf" srcId="{4858A613-F2EF-4E74-9D5A-C755F0D6F6A5}" destId="{1D434ADA-0C4A-42E5-96EB-0D96BE47A80D}" srcOrd="0" destOrd="3" presId="urn:microsoft.com/office/officeart/2018/2/layout/IconVerticalSolidList"/>
    <dgm:cxn modelId="{9497B193-338A-4F53-B99E-B4A6AEB22B10}" type="presOf" srcId="{D63C4D8A-9A36-4EF7-B39C-96AD76CD90BD}" destId="{1D434ADA-0C4A-42E5-96EB-0D96BE47A80D}" srcOrd="0" destOrd="1" presId="urn:microsoft.com/office/officeart/2018/2/layout/IconVerticalSolidList"/>
    <dgm:cxn modelId="{92C7AA97-AD63-4FAE-8D00-9D2A0FB9C497}" type="presOf" srcId="{1331C64E-281D-4A56-B54B-0DCD4A955A64}" destId="{526BC713-231F-4AA3-8BD6-5BD14B1046C6}" srcOrd="0" destOrd="0" presId="urn:microsoft.com/office/officeart/2018/2/layout/IconVerticalSolidList"/>
    <dgm:cxn modelId="{A23FD998-9CE8-48FE-9E34-24F68F584A7B}" type="presOf" srcId="{94ABAB1D-B83F-4FF9-AADB-543BBDA34F70}" destId="{526BC713-231F-4AA3-8BD6-5BD14B1046C6}" srcOrd="0" destOrd="2" presId="urn:microsoft.com/office/officeart/2018/2/layout/IconVerticalSolidList"/>
    <dgm:cxn modelId="{6E01FE99-0E26-412A-9EEF-EEE06385BA40}" srcId="{6ED857F5-91C6-4E3F-B977-6DAB5B5E0776}" destId="{5C3351BD-0404-43F0-87F3-93CB12391AB6}" srcOrd="2" destOrd="0" parTransId="{F94C1210-278F-49C0-B0C4-3D7D7E2299B8}" sibTransId="{1A6BB3CE-AD5B-4028-ACFE-C0745DE56958}"/>
    <dgm:cxn modelId="{6C6FA69E-284A-4049-9183-55B39D882EAE}" srcId="{D9107ACA-5C1A-44D3-A890-C876E0F04C07}" destId="{F0EF2A95-DBE3-439A-B420-DD49E3D26955}" srcOrd="1" destOrd="0" parTransId="{1AAE2B76-0DD8-45FD-B007-B62C83026CA7}" sibTransId="{DDFEFCFC-CD33-4CCD-9C40-A59BF1608F3D}"/>
    <dgm:cxn modelId="{FD9A14AB-0D4D-4F74-BFE3-9A0FC814B808}" srcId="{6ED857F5-91C6-4E3F-B977-6DAB5B5E0776}" destId="{014DE820-34E7-483D-A1F1-920D1337506C}" srcOrd="0" destOrd="0" parTransId="{598DF3D9-D247-4241-90E9-862737B5C904}" sibTransId="{A6F4BF57-45F0-41DA-B23F-A92EFF479592}"/>
    <dgm:cxn modelId="{80AD79C4-6422-4F20-97A9-935281B6654A}" srcId="{6ED857F5-91C6-4E3F-B977-6DAB5B5E0776}" destId="{D63C4D8A-9A36-4EF7-B39C-96AD76CD90BD}" srcOrd="1" destOrd="0" parTransId="{28D8DAAB-F59F-4002-BEFC-9AF758377A4D}" sibTransId="{866ED521-5076-4006-A37A-028DE4560C55}"/>
    <dgm:cxn modelId="{5F6B6486-C29D-4DF0-9B46-D6100F5154D8}" type="presParOf" srcId="{3AB81443-F365-4E2A-AF78-AF9EE39392CA}" destId="{8E53FF85-09DF-46A5-8ED7-EF77CFC73854}" srcOrd="0" destOrd="0" presId="urn:microsoft.com/office/officeart/2018/2/layout/IconVerticalSolidList"/>
    <dgm:cxn modelId="{68ED21CB-E1F2-46C7-AA83-D3A7D8C88568}" type="presParOf" srcId="{8E53FF85-09DF-46A5-8ED7-EF77CFC73854}" destId="{7BB1ED5F-6943-4C14-9BFB-69B5F51D2B8F}" srcOrd="0" destOrd="0" presId="urn:microsoft.com/office/officeart/2018/2/layout/IconVerticalSolidList"/>
    <dgm:cxn modelId="{BC966C84-46B6-41E8-B54A-555BB5207710}" type="presParOf" srcId="{8E53FF85-09DF-46A5-8ED7-EF77CFC73854}" destId="{035FF27D-BB0B-46F8-B3C5-1EA6A092FEA0}" srcOrd="1" destOrd="0" presId="urn:microsoft.com/office/officeart/2018/2/layout/IconVerticalSolidList"/>
    <dgm:cxn modelId="{169DEA56-7410-4522-9FD6-60C5925029B9}" type="presParOf" srcId="{8E53FF85-09DF-46A5-8ED7-EF77CFC73854}" destId="{D939F726-C1A1-4768-8773-AECE8A4C9274}" srcOrd="2" destOrd="0" presId="urn:microsoft.com/office/officeart/2018/2/layout/IconVerticalSolidList"/>
    <dgm:cxn modelId="{D6A4DC87-04AD-4C35-A7FB-0E55F1DB969B}" type="presParOf" srcId="{8E53FF85-09DF-46A5-8ED7-EF77CFC73854}" destId="{762EAC80-DF42-4480-9172-903AA9533F86}" srcOrd="3" destOrd="0" presId="urn:microsoft.com/office/officeart/2018/2/layout/IconVerticalSolidList"/>
    <dgm:cxn modelId="{7EF8AD6A-0196-45CF-BC80-ACC956AD81E6}" type="presParOf" srcId="{8E53FF85-09DF-46A5-8ED7-EF77CFC73854}" destId="{1D434ADA-0C4A-42E5-96EB-0D96BE47A80D}" srcOrd="4" destOrd="0" presId="urn:microsoft.com/office/officeart/2018/2/layout/IconVerticalSolidList"/>
    <dgm:cxn modelId="{D8354E1E-5140-4EE3-ADEC-F2CC668A0CA5}" type="presParOf" srcId="{3AB81443-F365-4E2A-AF78-AF9EE39392CA}" destId="{5E67978D-1DDC-40DD-82B0-3B44D6880CBB}" srcOrd="1" destOrd="0" presId="urn:microsoft.com/office/officeart/2018/2/layout/IconVerticalSolidList"/>
    <dgm:cxn modelId="{0432D179-C242-4DF7-9CD9-1B0831942327}" type="presParOf" srcId="{3AB81443-F365-4E2A-AF78-AF9EE39392CA}" destId="{D9BCF1FE-4E35-4639-956C-076D3808C094}" srcOrd="2" destOrd="0" presId="urn:microsoft.com/office/officeart/2018/2/layout/IconVerticalSolidList"/>
    <dgm:cxn modelId="{F6F3AE08-9812-40D9-A500-619F6C783306}" type="presParOf" srcId="{D9BCF1FE-4E35-4639-956C-076D3808C094}" destId="{6CAC917B-4F8E-4134-B8FC-195932F9E576}" srcOrd="0" destOrd="0" presId="urn:microsoft.com/office/officeart/2018/2/layout/IconVerticalSolidList"/>
    <dgm:cxn modelId="{1A7EEC97-22F1-47CC-AB0A-5EEE3E834877}" type="presParOf" srcId="{D9BCF1FE-4E35-4639-956C-076D3808C094}" destId="{4D96556A-636E-4E69-8389-11D9DE2860B7}" srcOrd="1" destOrd="0" presId="urn:microsoft.com/office/officeart/2018/2/layout/IconVerticalSolidList"/>
    <dgm:cxn modelId="{E9E7A4B3-3E2A-499C-B0BF-493F5C50A199}" type="presParOf" srcId="{D9BCF1FE-4E35-4639-956C-076D3808C094}" destId="{30F103DB-A5FF-4172-8D36-7BDD8392EABC}" srcOrd="2" destOrd="0" presId="urn:microsoft.com/office/officeart/2018/2/layout/IconVerticalSolidList"/>
    <dgm:cxn modelId="{5C5F496B-58F5-43DE-AA85-40BA9FAB4E0A}" type="presParOf" srcId="{D9BCF1FE-4E35-4639-956C-076D3808C094}" destId="{8F3420FB-3F95-4461-B0F5-9BAEA87466B6}" srcOrd="3" destOrd="0" presId="urn:microsoft.com/office/officeart/2018/2/layout/IconVerticalSolidList"/>
    <dgm:cxn modelId="{FA4F9F7A-3F6A-407A-BF99-CFDA9E08F917}" type="presParOf" srcId="{3AB81443-F365-4E2A-AF78-AF9EE39392CA}" destId="{A551A054-9FF1-4ABD-BA38-67C2BEC88BA1}" srcOrd="3" destOrd="0" presId="urn:microsoft.com/office/officeart/2018/2/layout/IconVerticalSolidList"/>
    <dgm:cxn modelId="{8FBE46CE-2A3D-4B37-9AC2-7FF45B00C219}" type="presParOf" srcId="{3AB81443-F365-4E2A-AF78-AF9EE39392CA}" destId="{F6A99260-29E9-466E-BAFC-13CEC29241AD}" srcOrd="4" destOrd="0" presId="urn:microsoft.com/office/officeart/2018/2/layout/IconVerticalSolidList"/>
    <dgm:cxn modelId="{17D1F62F-94E4-483F-A457-17A82DA93911}" type="presParOf" srcId="{F6A99260-29E9-466E-BAFC-13CEC29241AD}" destId="{8F1658E4-85FE-423F-A333-236748F795BC}" srcOrd="0" destOrd="0" presId="urn:microsoft.com/office/officeart/2018/2/layout/IconVerticalSolidList"/>
    <dgm:cxn modelId="{B46B4C18-69CC-4EBD-926C-D33588214FD7}" type="presParOf" srcId="{F6A99260-29E9-466E-BAFC-13CEC29241AD}" destId="{39A7D44F-9EB1-4102-BFB2-89BA7ED6D4F3}" srcOrd="1" destOrd="0" presId="urn:microsoft.com/office/officeart/2018/2/layout/IconVerticalSolidList"/>
    <dgm:cxn modelId="{D2046541-B582-40A6-9E8E-93D3E8FB580B}" type="presParOf" srcId="{F6A99260-29E9-466E-BAFC-13CEC29241AD}" destId="{EA816ACC-1B71-41A1-B3BB-D95E8DF56A9E}" srcOrd="2" destOrd="0" presId="urn:microsoft.com/office/officeart/2018/2/layout/IconVerticalSolidList"/>
    <dgm:cxn modelId="{1A7285DB-C5E7-4ADD-9B2E-154E19E1FACC}" type="presParOf" srcId="{F6A99260-29E9-466E-BAFC-13CEC29241AD}" destId="{7C93655C-590F-4EB5-B897-48717255AC6D}" srcOrd="3" destOrd="0" presId="urn:microsoft.com/office/officeart/2018/2/layout/IconVerticalSolidList"/>
    <dgm:cxn modelId="{3BD17F10-AA2E-4320-B2B4-CB0CE6F9CA67}" type="presParOf" srcId="{F6A99260-29E9-466E-BAFC-13CEC29241AD}" destId="{526BC713-231F-4AA3-8BD6-5BD14B1046C6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B88BA3-81F6-47DE-8CFB-C6370423A89C}">
      <dsp:nvSpPr>
        <dsp:cNvPr id="0" name=""/>
        <dsp:cNvSpPr/>
      </dsp:nvSpPr>
      <dsp:spPr>
        <a:xfrm>
          <a:off x="0" y="1467481"/>
          <a:ext cx="10927829" cy="12578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13E27C-1C0D-46BC-8419-61AA49096165}">
      <dsp:nvSpPr>
        <dsp:cNvPr id="0" name=""/>
        <dsp:cNvSpPr/>
      </dsp:nvSpPr>
      <dsp:spPr>
        <a:xfrm>
          <a:off x="380497" y="1750496"/>
          <a:ext cx="691812" cy="691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F8491B-A5F8-470C-969C-D26D478F3C03}">
      <dsp:nvSpPr>
        <dsp:cNvPr id="0" name=""/>
        <dsp:cNvSpPr/>
      </dsp:nvSpPr>
      <dsp:spPr>
        <a:xfrm>
          <a:off x="1452806" y="1467481"/>
          <a:ext cx="9475022" cy="1257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122" tIns="133122" rIns="133122" bIns="13312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K" sz="2100" kern="1200" dirty="0"/>
            <a:t>The proposed model is</a:t>
          </a:r>
          <a:r>
            <a:rPr lang="en-US" sz="2100" kern="1200" dirty="0"/>
            <a:t> an </a:t>
          </a:r>
          <a:r>
            <a:rPr lang="en-US" sz="2100" i="1" kern="1200" dirty="0"/>
            <a:t>intelligent planning system</a:t>
          </a:r>
          <a:r>
            <a:rPr lang="en-US" sz="2100" kern="1200" dirty="0"/>
            <a:t> that uses </a:t>
          </a:r>
          <a:r>
            <a:rPr lang="en-US" sz="2100" b="1" kern="1200" dirty="0"/>
            <a:t>mathematical optimization</a:t>
          </a:r>
          <a:r>
            <a:rPr lang="en-US" sz="2100" kern="1200" dirty="0"/>
            <a:t> to automatically find the most cost-effective and feasible delivery plan.</a:t>
          </a:r>
        </a:p>
      </dsp:txBody>
      <dsp:txXfrm>
        <a:off x="1452806" y="1467481"/>
        <a:ext cx="9475022" cy="12578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397589-CCB7-4834-82F2-CB3D64072E85}">
      <dsp:nvSpPr>
        <dsp:cNvPr id="0" name=""/>
        <dsp:cNvSpPr/>
      </dsp:nvSpPr>
      <dsp:spPr>
        <a:xfrm>
          <a:off x="0" y="366597"/>
          <a:ext cx="10515600" cy="1918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37388" rIns="816127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DK" sz="2100" b="1" kern="1200" dirty="0"/>
            <a:t>Objective: </a:t>
          </a:r>
          <a:r>
            <a:rPr lang="en-US" sz="2100" kern="1200" dirty="0"/>
            <a:t>Balances truck loads across </a:t>
          </a:r>
          <a:r>
            <a:rPr lang="en-DK" sz="2100" kern="1200" dirty="0"/>
            <a:t>time horizon</a:t>
          </a:r>
          <a:r>
            <a:rPr lang="en-US" sz="2100" kern="1200" dirty="0"/>
            <a:t>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Decides </a:t>
          </a:r>
          <a:r>
            <a:rPr lang="en-US" sz="2100" b="1" kern="1200" dirty="0"/>
            <a:t>which </a:t>
          </a:r>
          <a:r>
            <a:rPr lang="en-DK" sz="2100" b="1" kern="1200" dirty="0"/>
            <a:t>delivery item</a:t>
          </a:r>
          <a:r>
            <a:rPr lang="en-US" sz="2100" b="1" kern="1200" dirty="0"/>
            <a:t> go on which day</a:t>
          </a:r>
          <a:r>
            <a:rPr lang="en-US" sz="2100" kern="1200" dirty="0"/>
            <a:t>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Respects availability and deadlines.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DK" sz="2100" kern="1200" dirty="0"/>
            <a:t>Output: List of deliver items and available trucks in each day</a:t>
          </a:r>
          <a:endParaRPr lang="en-US" sz="2100" kern="1200" dirty="0"/>
        </a:p>
      </dsp:txBody>
      <dsp:txXfrm>
        <a:off x="0" y="366597"/>
        <a:ext cx="10515600" cy="1918350"/>
      </dsp:txXfrm>
    </dsp:sp>
    <dsp:sp modelId="{47959EE1-F9E7-4778-82DF-F5DCD521145B}">
      <dsp:nvSpPr>
        <dsp:cNvPr id="0" name=""/>
        <dsp:cNvSpPr/>
      </dsp:nvSpPr>
      <dsp:spPr>
        <a:xfrm>
          <a:off x="525780" y="56637"/>
          <a:ext cx="7360920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Stage 1:</a:t>
          </a:r>
          <a:r>
            <a:rPr lang="en-US" sz="2100" b="0" kern="1200" dirty="0"/>
            <a:t> </a:t>
          </a:r>
          <a:r>
            <a:rPr lang="en-DK" sz="2100" b="0" kern="1200" dirty="0"/>
            <a:t>D</a:t>
          </a:r>
          <a:r>
            <a:rPr lang="en-US" sz="2100" b="0" kern="1200" dirty="0" err="1"/>
            <a:t>elivery</a:t>
          </a:r>
          <a:r>
            <a:rPr lang="en-US" sz="2100" b="0" kern="1200" dirty="0"/>
            <a:t> schedule </a:t>
          </a:r>
        </a:p>
      </dsp:txBody>
      <dsp:txXfrm>
        <a:off x="556042" y="86899"/>
        <a:ext cx="7300396" cy="559396"/>
      </dsp:txXfrm>
    </dsp:sp>
    <dsp:sp modelId="{EFD7F10C-9561-456B-8E9E-5A24C64F7476}">
      <dsp:nvSpPr>
        <dsp:cNvPr id="0" name=""/>
        <dsp:cNvSpPr/>
      </dsp:nvSpPr>
      <dsp:spPr>
        <a:xfrm>
          <a:off x="0" y="2708307"/>
          <a:ext cx="10515600" cy="158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37388" rIns="816127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DK" sz="2100" b="1" kern="1200" dirty="0"/>
            <a:t>Objective: </a:t>
          </a:r>
          <a:r>
            <a:rPr lang="en-US" sz="2100" kern="1200" dirty="0"/>
            <a:t>Minimizes travel </a:t>
          </a:r>
          <a:r>
            <a:rPr lang="en-DK" sz="2100" kern="1200" dirty="0"/>
            <a:t>cost</a:t>
          </a:r>
          <a:r>
            <a:rPr lang="en-US" sz="2100" kern="1200" dirty="0"/>
            <a:t>, </a:t>
          </a:r>
          <a:r>
            <a:rPr lang="en-DK" sz="2100" kern="1200" dirty="0"/>
            <a:t>and handling </a:t>
          </a:r>
          <a:r>
            <a:rPr lang="en-US" sz="2100" kern="1200" dirty="0"/>
            <a:t>costs</a:t>
          </a:r>
          <a:r>
            <a:rPr lang="en-DK" sz="2100" kern="1200" dirty="0"/>
            <a:t>.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DK" sz="2100" kern="1200" dirty="0"/>
            <a:t>Decides </a:t>
          </a:r>
          <a:r>
            <a:rPr lang="en-DK" sz="2100" b="1" kern="1200" dirty="0"/>
            <a:t>which truck go on visit which factory </a:t>
          </a:r>
          <a:r>
            <a:rPr lang="en-DK" sz="2100" kern="1200" dirty="0"/>
            <a:t>for delivery.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DK" sz="2100" b="0" kern="1200" dirty="0"/>
            <a:t>Output:</a:t>
          </a:r>
          <a:r>
            <a:rPr lang="en-US" sz="2100" b="0" kern="1200" dirty="0"/>
            <a:t> </a:t>
          </a:r>
          <a:r>
            <a:rPr lang="en-DK" sz="2100" b="0" kern="1200" dirty="0"/>
            <a:t>T</a:t>
          </a:r>
          <a:r>
            <a:rPr lang="en-US" sz="2100" b="0" kern="1200" dirty="0"/>
            <a:t>he best sequence of stops for </a:t>
          </a:r>
          <a:r>
            <a:rPr lang="en-US" sz="2100" kern="1200" dirty="0"/>
            <a:t>each truck</a:t>
          </a:r>
          <a:r>
            <a:rPr lang="en-DK" sz="2100" kern="1200" dirty="0"/>
            <a:t>.</a:t>
          </a:r>
          <a:endParaRPr lang="en-US" sz="2100" kern="1200" dirty="0"/>
        </a:p>
      </dsp:txBody>
      <dsp:txXfrm>
        <a:off x="0" y="2708307"/>
        <a:ext cx="10515600" cy="1587600"/>
      </dsp:txXfrm>
    </dsp:sp>
    <dsp:sp modelId="{E88BF6CB-78B3-41FE-B97C-9C8EC6A616BF}">
      <dsp:nvSpPr>
        <dsp:cNvPr id="0" name=""/>
        <dsp:cNvSpPr/>
      </dsp:nvSpPr>
      <dsp:spPr>
        <a:xfrm>
          <a:off x="525780" y="2398347"/>
          <a:ext cx="7360920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Stage 2: Rout</a:t>
          </a:r>
          <a:r>
            <a:rPr lang="en-DK" sz="2100" b="1" kern="1200" dirty="0" err="1"/>
            <a:t>ing</a:t>
          </a:r>
          <a:r>
            <a:rPr lang="en-US" sz="2100" b="1" kern="1200" dirty="0"/>
            <a:t> Optimization</a:t>
          </a:r>
          <a:r>
            <a:rPr lang="en-DK" sz="2100" b="1" kern="1200" dirty="0"/>
            <a:t> for Each Day</a:t>
          </a:r>
          <a:endParaRPr lang="en-US" sz="2100" kern="1200" dirty="0"/>
        </a:p>
      </dsp:txBody>
      <dsp:txXfrm>
        <a:off x="556042" y="2428609"/>
        <a:ext cx="7300396" cy="5593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34FFEF-FD4B-4786-82AB-206A6D255036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958FC9-B5B7-495D-AEBC-97CB15561CB5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327D32-0EB2-49F7-BDF6-E42B8615C0A7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Capacity</a:t>
          </a:r>
          <a:r>
            <a:rPr lang="en-DK" sz="1400" b="1" i="0" kern="1200" baseline="0"/>
            <a:t> and size</a:t>
          </a:r>
          <a:r>
            <a:rPr lang="en-US" sz="1400" b="1" i="0" kern="1200" baseline="0"/>
            <a:t>-aware:</a:t>
          </a:r>
          <a:r>
            <a:rPr lang="en-US" sz="1400" b="0" i="0" kern="1200" baseline="0"/>
            <a:t> Never overloads trucks.</a:t>
          </a:r>
          <a:endParaRPr lang="en-US" sz="1400" kern="1200"/>
        </a:p>
      </dsp:txBody>
      <dsp:txXfrm>
        <a:off x="1312541" y="828340"/>
        <a:ext cx="2148945" cy="911674"/>
      </dsp:txXfrm>
    </dsp:sp>
    <dsp:sp modelId="{C5FCAEB9-E9C4-4A9B-B938-F096EA09DC19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ACC03B-C18F-47BE-BB8C-44B286374865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606245-261D-4FA8-A417-0B745F499D0E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/>
            <a:t>Time-sensitive:</a:t>
          </a:r>
          <a:r>
            <a:rPr lang="en-US" sz="1400" b="0" i="0" kern="1200" baseline="0" dirty="0"/>
            <a:t> Only picks items when they’re ready.</a:t>
          </a:r>
          <a:endParaRPr lang="en-US" sz="1400" kern="1200" dirty="0"/>
        </a:p>
      </dsp:txBody>
      <dsp:txXfrm>
        <a:off x="4942957" y="828340"/>
        <a:ext cx="2148945" cy="911674"/>
      </dsp:txXfrm>
    </dsp:sp>
    <dsp:sp modelId="{95CCC03B-1E88-4EC3-8B52-14D81D3C797C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3FE727-E78A-4116-84AB-2F6373D9ABDC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09D646-C68F-4D2F-8D41-4CF6E9C6D080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Flexible:</a:t>
          </a:r>
          <a:r>
            <a:rPr lang="en-US" sz="1400" b="0" i="0" kern="1200" baseline="0"/>
            <a:t> One customer can be visited more than once</a:t>
          </a:r>
          <a:r>
            <a:rPr lang="en-DK" sz="1400" b="0" i="0" kern="1200" baseline="0"/>
            <a:t> in different days</a:t>
          </a:r>
          <a:r>
            <a:rPr lang="en-US" sz="1400" b="0" i="0" kern="1200" baseline="0"/>
            <a:t> if needed.</a:t>
          </a:r>
          <a:endParaRPr lang="en-US" sz="1400" kern="1200"/>
        </a:p>
      </dsp:txBody>
      <dsp:txXfrm>
        <a:off x="8573374" y="828340"/>
        <a:ext cx="2148945" cy="911674"/>
      </dsp:txXfrm>
    </dsp:sp>
    <dsp:sp modelId="{974AB5E0-32E1-4E5F-848C-E5F52FB9D05E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6C8306-E95F-43F6-8357-1F0BA2EFD0C1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05FC54-6ABB-4B1B-B4FF-B7B139C5F28B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K" sz="1400" kern="1200"/>
            <a:t>Reliable: It is adapted to unfor</a:t>
          </a:r>
          <a:r>
            <a:rPr lang="en-US" sz="1400" kern="1200"/>
            <a:t>e</a:t>
          </a:r>
          <a:r>
            <a:rPr lang="en-DK" sz="1400" kern="1200"/>
            <a:t>seen incidents.</a:t>
          </a:r>
          <a:endParaRPr lang="en-US" sz="1400" kern="1200"/>
        </a:p>
      </dsp:txBody>
      <dsp:txXfrm>
        <a:off x="1312541" y="2452790"/>
        <a:ext cx="2148945" cy="911674"/>
      </dsp:txXfrm>
    </dsp:sp>
    <dsp:sp modelId="{192AD59E-B0DF-4358-AEC0-333A8DC2EFD3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98EFE9-B781-434D-960D-4D0D45168903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0697FD-E552-4556-8D58-04DCC7EB2425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Balanced:</a:t>
          </a:r>
          <a:r>
            <a:rPr lang="en-US" sz="1400" b="0" i="0" kern="1200" baseline="0"/>
            <a:t> Keeps daily truck loads even.</a:t>
          </a:r>
          <a:endParaRPr lang="en-US" sz="1400" kern="1200"/>
        </a:p>
      </dsp:txBody>
      <dsp:txXfrm>
        <a:off x="4942957" y="2452790"/>
        <a:ext cx="2148945" cy="911674"/>
      </dsp:txXfrm>
    </dsp:sp>
    <dsp:sp modelId="{76C13CD8-8574-4B83-8D20-7FDFA6DBBF51}">
      <dsp:nvSpPr>
        <dsp:cNvPr id="0" name=""/>
        <dsp:cNvSpPr/>
      </dsp:nvSpPr>
      <dsp:spPr>
        <a:xfrm>
          <a:off x="7466341" y="245279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B34238-AE7C-4FAC-9FF5-802F7E406D69}">
      <dsp:nvSpPr>
        <dsp:cNvPr id="0" name=""/>
        <dsp:cNvSpPr/>
      </dsp:nvSpPr>
      <dsp:spPr>
        <a:xfrm>
          <a:off x="7657792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893A42-5175-49A7-859E-5D2F4962B99A}">
      <dsp:nvSpPr>
        <dsp:cNvPr id="0" name=""/>
        <dsp:cNvSpPr/>
      </dsp:nvSpPr>
      <dsp:spPr>
        <a:xfrm>
          <a:off x="8573374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K" sz="1400" kern="1200" dirty="0"/>
            <a:t>Adaptable: Easily add on-day delivery, time window delivery</a:t>
          </a:r>
          <a:endParaRPr lang="en-US" sz="1400" kern="1200" dirty="0"/>
        </a:p>
      </dsp:txBody>
      <dsp:txXfrm>
        <a:off x="8573374" y="2452790"/>
        <a:ext cx="2148945" cy="9116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B33444-505D-4851-9FF8-6C229092089D}">
      <dsp:nvSpPr>
        <dsp:cNvPr id="0" name=""/>
        <dsp:cNvSpPr/>
      </dsp:nvSpPr>
      <dsp:spPr>
        <a:xfrm>
          <a:off x="0" y="380659"/>
          <a:ext cx="6666833" cy="332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58216" rIns="517420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Input daily/weekly order data into the system (Excel or ERP integration).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Optimization engine runs automatically (</a:t>
          </a:r>
          <a:r>
            <a:rPr lang="en-DK" sz="2200" kern="1200" dirty="0"/>
            <a:t>e.g., </a:t>
          </a:r>
          <a:r>
            <a:rPr lang="en-US" sz="2200" kern="1200" dirty="0"/>
            <a:t>powered by </a:t>
          </a:r>
          <a:r>
            <a:rPr lang="en-US" sz="2200" kern="1200" dirty="0" err="1"/>
            <a:t>Gurobi</a:t>
          </a:r>
          <a:r>
            <a:rPr lang="en-US" sz="2200" kern="1200" dirty="0"/>
            <a:t>).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Output: delivery schedule + truck routes.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Dispatch team reviews and approves.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Routes shared with drivers via mobile or printed manifest.</a:t>
          </a:r>
        </a:p>
      </dsp:txBody>
      <dsp:txXfrm>
        <a:off x="0" y="380659"/>
        <a:ext cx="6666833" cy="3326400"/>
      </dsp:txXfrm>
    </dsp:sp>
    <dsp:sp modelId="{9C4E8E52-7DA4-4C18-87CE-3DEF573428F6}">
      <dsp:nvSpPr>
        <dsp:cNvPr id="0" name=""/>
        <dsp:cNvSpPr/>
      </dsp:nvSpPr>
      <dsp:spPr>
        <a:xfrm>
          <a:off x="333341" y="55939"/>
          <a:ext cx="4666783" cy="6494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K" sz="2200" b="1" kern="1200"/>
            <a:t>Pr</a:t>
          </a:r>
          <a:r>
            <a:rPr lang="en-US" sz="2200" b="1" kern="1200"/>
            <a:t>ocess:</a:t>
          </a:r>
          <a:endParaRPr lang="en-US" sz="2200" kern="1200"/>
        </a:p>
      </dsp:txBody>
      <dsp:txXfrm>
        <a:off x="365044" y="87642"/>
        <a:ext cx="4603377" cy="586034"/>
      </dsp:txXfrm>
    </dsp:sp>
    <dsp:sp modelId="{26AFC5C4-1D24-4A15-BB73-C55DD6B4C7CD}">
      <dsp:nvSpPr>
        <dsp:cNvPr id="0" name=""/>
        <dsp:cNvSpPr/>
      </dsp:nvSpPr>
      <dsp:spPr>
        <a:xfrm>
          <a:off x="0" y="4150580"/>
          <a:ext cx="6666833" cy="124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58216" rIns="517420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Cloud-based dashboard or internal planning tool.</a:t>
          </a:r>
        </a:p>
      </dsp:txBody>
      <dsp:txXfrm>
        <a:off x="0" y="4150580"/>
        <a:ext cx="6666833" cy="1247400"/>
      </dsp:txXfrm>
    </dsp:sp>
    <dsp:sp modelId="{6BFF1764-52D1-4E47-A831-CE10C9FE302A}">
      <dsp:nvSpPr>
        <dsp:cNvPr id="0" name=""/>
        <dsp:cNvSpPr/>
      </dsp:nvSpPr>
      <dsp:spPr>
        <a:xfrm>
          <a:off x="333341" y="3825859"/>
          <a:ext cx="4666783" cy="6494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Deployment Option:</a:t>
          </a:r>
          <a:endParaRPr lang="en-US" sz="2200" kern="1200"/>
        </a:p>
      </dsp:txBody>
      <dsp:txXfrm>
        <a:off x="365044" y="3857562"/>
        <a:ext cx="4603377" cy="5860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EE49BF-DCC8-462A-B69D-E59AC9075ECF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B95285-BBBB-4C4F-840B-2D56943E4DA5}">
      <dsp:nvSpPr>
        <dsp:cNvPr id="0" name=""/>
        <dsp:cNvSpPr/>
      </dsp:nvSpPr>
      <dsp:spPr>
        <a:xfrm>
          <a:off x="0" y="531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 dirty="0"/>
            <a:t>The system </a:t>
          </a:r>
          <a:r>
            <a:rPr lang="en-US" sz="2800" b="1" i="0" kern="1200" baseline="0" dirty="0"/>
            <a:t>supports human planners</a:t>
          </a:r>
          <a:r>
            <a:rPr lang="en-DK" sz="2800" b="1" i="0" kern="1200" baseline="0" dirty="0"/>
            <a:t>;</a:t>
          </a:r>
          <a:r>
            <a:rPr lang="en-US" sz="2800" b="0" i="0" kern="1200" baseline="0" dirty="0"/>
            <a:t> it doesn’t replace them.</a:t>
          </a:r>
          <a:endParaRPr lang="en-US" sz="2800" kern="1200" dirty="0"/>
        </a:p>
      </dsp:txBody>
      <dsp:txXfrm>
        <a:off x="0" y="531"/>
        <a:ext cx="10515600" cy="621467"/>
      </dsp:txXfrm>
    </dsp:sp>
    <dsp:sp modelId="{4EBBDFC3-8094-442C-8A46-F0A54EFC981B}">
      <dsp:nvSpPr>
        <dsp:cNvPr id="0" name=""/>
        <dsp:cNvSpPr/>
      </dsp:nvSpPr>
      <dsp:spPr>
        <a:xfrm>
          <a:off x="0" y="62199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250051-9734-40F1-92F6-C51F95ACD815}">
      <dsp:nvSpPr>
        <dsp:cNvPr id="0" name=""/>
        <dsp:cNvSpPr/>
      </dsp:nvSpPr>
      <dsp:spPr>
        <a:xfrm>
          <a:off x="0" y="621999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Final decisions remain with the logistics manager.</a:t>
          </a:r>
          <a:endParaRPr lang="en-US" sz="2800" kern="1200"/>
        </a:p>
      </dsp:txBody>
      <dsp:txXfrm>
        <a:off x="0" y="621999"/>
        <a:ext cx="10515600" cy="621467"/>
      </dsp:txXfrm>
    </dsp:sp>
    <dsp:sp modelId="{526F50E4-0032-40D2-A057-E52ABC6CC3BB}">
      <dsp:nvSpPr>
        <dsp:cNvPr id="0" name=""/>
        <dsp:cNvSpPr/>
      </dsp:nvSpPr>
      <dsp:spPr>
        <a:xfrm>
          <a:off x="0" y="124346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D9FFF2-DD13-4DD0-87CE-BE2DA5D46660}">
      <dsp:nvSpPr>
        <dsp:cNvPr id="0" name=""/>
        <dsp:cNvSpPr/>
      </dsp:nvSpPr>
      <dsp:spPr>
        <a:xfrm>
          <a:off x="0" y="1243467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Includes safeguards to respect:</a:t>
          </a:r>
          <a:endParaRPr lang="en-US" sz="2800" kern="1200"/>
        </a:p>
      </dsp:txBody>
      <dsp:txXfrm>
        <a:off x="0" y="1243467"/>
        <a:ext cx="10515600" cy="621467"/>
      </dsp:txXfrm>
    </dsp:sp>
    <dsp:sp modelId="{48D80C50-6DAB-4EE1-9A36-6279E78763CC}">
      <dsp:nvSpPr>
        <dsp:cNvPr id="0" name=""/>
        <dsp:cNvSpPr/>
      </dsp:nvSpPr>
      <dsp:spPr>
        <a:xfrm>
          <a:off x="0" y="1864935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345D4-9E6E-4FB5-9E1E-187664F59016}">
      <dsp:nvSpPr>
        <dsp:cNvPr id="0" name=""/>
        <dsp:cNvSpPr/>
      </dsp:nvSpPr>
      <dsp:spPr>
        <a:xfrm>
          <a:off x="0" y="1864935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Truck driver rest and work limits.</a:t>
          </a:r>
          <a:endParaRPr lang="en-US" sz="2800" kern="1200"/>
        </a:p>
      </dsp:txBody>
      <dsp:txXfrm>
        <a:off x="0" y="1864935"/>
        <a:ext cx="10515600" cy="621467"/>
      </dsp:txXfrm>
    </dsp:sp>
    <dsp:sp modelId="{EC0AAC01-4367-4408-9FE3-20FEEEE6021E}">
      <dsp:nvSpPr>
        <dsp:cNvPr id="0" name=""/>
        <dsp:cNvSpPr/>
      </dsp:nvSpPr>
      <dsp:spPr>
        <a:xfrm>
          <a:off x="0" y="2486402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FCEA68-9595-4885-9746-48886C028D3F}">
      <dsp:nvSpPr>
        <dsp:cNvPr id="0" name=""/>
        <dsp:cNvSpPr/>
      </dsp:nvSpPr>
      <dsp:spPr>
        <a:xfrm>
          <a:off x="0" y="2486402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Delivery time windows.</a:t>
          </a:r>
          <a:endParaRPr lang="en-US" sz="2800" kern="1200"/>
        </a:p>
      </dsp:txBody>
      <dsp:txXfrm>
        <a:off x="0" y="2486402"/>
        <a:ext cx="10515600" cy="621467"/>
      </dsp:txXfrm>
    </dsp:sp>
    <dsp:sp modelId="{FD6EFFFD-5A31-47A6-8DFD-1FA7F1630F27}">
      <dsp:nvSpPr>
        <dsp:cNvPr id="0" name=""/>
        <dsp:cNvSpPr/>
      </dsp:nvSpPr>
      <dsp:spPr>
        <a:xfrm>
          <a:off x="0" y="310787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3765C2-C2FB-406A-827D-F0F529E16BD2}">
      <dsp:nvSpPr>
        <dsp:cNvPr id="0" name=""/>
        <dsp:cNvSpPr/>
      </dsp:nvSpPr>
      <dsp:spPr>
        <a:xfrm>
          <a:off x="0" y="3107870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Operational constraints (capacity, stop limits).</a:t>
          </a:r>
          <a:endParaRPr lang="en-US" sz="2800" kern="1200"/>
        </a:p>
      </dsp:txBody>
      <dsp:txXfrm>
        <a:off x="0" y="3107870"/>
        <a:ext cx="10515600" cy="621467"/>
      </dsp:txXfrm>
    </dsp:sp>
    <dsp:sp modelId="{429B98D8-CA2E-4EF7-A7F4-4FF14E98246B}">
      <dsp:nvSpPr>
        <dsp:cNvPr id="0" name=""/>
        <dsp:cNvSpPr/>
      </dsp:nvSpPr>
      <dsp:spPr>
        <a:xfrm>
          <a:off x="0" y="372933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1B3042-6CEC-4C9E-B9D0-AF2F6EF70146}">
      <dsp:nvSpPr>
        <dsp:cNvPr id="0" name=""/>
        <dsp:cNvSpPr/>
      </dsp:nvSpPr>
      <dsp:spPr>
        <a:xfrm>
          <a:off x="0" y="3729338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Regularly monitored to ensure fairness and reliability.</a:t>
          </a:r>
          <a:endParaRPr lang="en-US" sz="2800" kern="1200"/>
        </a:p>
      </dsp:txBody>
      <dsp:txXfrm>
        <a:off x="0" y="3729338"/>
        <a:ext cx="10515600" cy="62146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D31A01-5534-4344-8DE3-106B42A3D363}">
      <dsp:nvSpPr>
        <dsp:cNvPr id="0" name=""/>
        <dsp:cNvSpPr/>
      </dsp:nvSpPr>
      <dsp:spPr>
        <a:xfrm>
          <a:off x="0" y="1808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ACC95D-C150-4E96-8F62-E7EFFC719A2C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5C7B1A-CAA4-4CFE-A080-92FB81776268}">
      <dsp:nvSpPr>
        <dsp:cNvPr id="0" name=""/>
        <dsp:cNvSpPr/>
      </dsp:nvSpPr>
      <dsp:spPr>
        <a:xfrm>
          <a:off x="889864" y="1808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K" sz="1900" kern="1200"/>
            <a:t>Scheduling of drivers.</a:t>
          </a:r>
          <a:endParaRPr lang="en-US" sz="1900" kern="1200"/>
        </a:p>
      </dsp:txBody>
      <dsp:txXfrm>
        <a:off x="889864" y="1808"/>
        <a:ext cx="5355400" cy="770445"/>
      </dsp:txXfrm>
    </dsp:sp>
    <dsp:sp modelId="{CF8A8C9D-9BE0-4ABB-BB2C-AD6BF7AFE416}">
      <dsp:nvSpPr>
        <dsp:cNvPr id="0" name=""/>
        <dsp:cNvSpPr/>
      </dsp:nvSpPr>
      <dsp:spPr>
        <a:xfrm>
          <a:off x="0" y="964865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893707-B94D-4766-A6EF-D16F7372786E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A92D70-4E8B-47AB-B6C8-1DAF6DA375FE}">
      <dsp:nvSpPr>
        <dsp:cNvPr id="0" name=""/>
        <dsp:cNvSpPr/>
      </dsp:nvSpPr>
      <dsp:spPr>
        <a:xfrm>
          <a:off x="889864" y="964865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K" sz="1900" kern="1200" dirty="0"/>
            <a:t>Smooth dispatching trucks on the time horizon.</a:t>
          </a:r>
          <a:endParaRPr lang="en-US" sz="1900" kern="1200" dirty="0"/>
        </a:p>
      </dsp:txBody>
      <dsp:txXfrm>
        <a:off x="889864" y="964865"/>
        <a:ext cx="5355400" cy="770445"/>
      </dsp:txXfrm>
    </dsp:sp>
    <dsp:sp modelId="{BF150045-4A91-48C2-9F11-0E9EC8E44A06}">
      <dsp:nvSpPr>
        <dsp:cNvPr id="0" name=""/>
        <dsp:cNvSpPr/>
      </dsp:nvSpPr>
      <dsp:spPr>
        <a:xfrm>
          <a:off x="0" y="1927922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7C9FC0-DFBE-48AF-98E3-0EC16F66E762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48C83-7341-4298-A4F1-22ED3BB75A79}">
      <dsp:nvSpPr>
        <dsp:cNvPr id="0" name=""/>
        <dsp:cNvSpPr/>
      </dsp:nvSpPr>
      <dsp:spPr>
        <a:xfrm>
          <a:off x="889864" y="1927922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CO₂ reporting per route.</a:t>
          </a:r>
        </a:p>
      </dsp:txBody>
      <dsp:txXfrm>
        <a:off x="889864" y="1927922"/>
        <a:ext cx="5355400" cy="770445"/>
      </dsp:txXfrm>
    </dsp:sp>
    <dsp:sp modelId="{125E3DC7-9F15-4EBF-B8D6-C2CC64DDE8A8}">
      <dsp:nvSpPr>
        <dsp:cNvPr id="0" name=""/>
        <dsp:cNvSpPr/>
      </dsp:nvSpPr>
      <dsp:spPr>
        <a:xfrm>
          <a:off x="0" y="2890979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3374EE-4914-4EC2-B523-817FB20CFEBC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5CBB57-A03C-4EF4-BFE4-647101E0C84C}">
      <dsp:nvSpPr>
        <dsp:cNvPr id="0" name=""/>
        <dsp:cNvSpPr/>
      </dsp:nvSpPr>
      <dsp:spPr>
        <a:xfrm>
          <a:off x="889864" y="2890979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Dynamic delivery services.</a:t>
          </a:r>
        </a:p>
      </dsp:txBody>
      <dsp:txXfrm>
        <a:off x="889864" y="2890979"/>
        <a:ext cx="5355400" cy="770445"/>
      </dsp:txXfrm>
    </dsp:sp>
    <dsp:sp modelId="{5DFB2A19-09D1-47EB-91D4-ADEB8A33114E}">
      <dsp:nvSpPr>
        <dsp:cNvPr id="0" name=""/>
        <dsp:cNvSpPr/>
      </dsp:nvSpPr>
      <dsp:spPr>
        <a:xfrm>
          <a:off x="0" y="3854036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96CF6E-7F49-49A7-85B5-97C602CFC1F5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 rotWithShape="1"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D09F1C-C08D-4A8D-9F41-647D43EF8961}">
      <dsp:nvSpPr>
        <dsp:cNvPr id="0" name=""/>
        <dsp:cNvSpPr/>
      </dsp:nvSpPr>
      <dsp:spPr>
        <a:xfrm>
          <a:off x="889864" y="3854036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K" sz="1900" kern="1200"/>
            <a:t>More advanced routing, like having a hub and spoke network.</a:t>
          </a:r>
          <a:endParaRPr lang="en-US" sz="1900" kern="1200" dirty="0"/>
        </a:p>
      </dsp:txBody>
      <dsp:txXfrm>
        <a:off x="889864" y="3854036"/>
        <a:ext cx="5355400" cy="770445"/>
      </dsp:txXfrm>
    </dsp:sp>
    <dsp:sp modelId="{B1E4191A-54C8-4140-8FE9-F362B241F0A5}">
      <dsp:nvSpPr>
        <dsp:cNvPr id="0" name=""/>
        <dsp:cNvSpPr/>
      </dsp:nvSpPr>
      <dsp:spPr>
        <a:xfrm>
          <a:off x="0" y="4817093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4C6984-C354-47DA-BEFE-D39013257085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 rotWithShape="1"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4E65BD-BBF7-4EFB-B6B0-A39AC8759FFC}">
      <dsp:nvSpPr>
        <dsp:cNvPr id="0" name=""/>
        <dsp:cNvSpPr/>
      </dsp:nvSpPr>
      <dsp:spPr>
        <a:xfrm>
          <a:off x="889864" y="4817093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K" sz="1900" kern="1200" dirty="0"/>
            <a:t>Consider Warehouse holding cost.</a:t>
          </a:r>
          <a:endParaRPr lang="en-US" sz="1900" kern="1200" dirty="0"/>
        </a:p>
      </dsp:txBody>
      <dsp:txXfrm>
        <a:off x="889864" y="4817093"/>
        <a:ext cx="5355400" cy="77044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B1ED5F-6943-4C14-9BFB-69B5F51D2B8F}">
      <dsp:nvSpPr>
        <dsp:cNvPr id="0" name=""/>
        <dsp:cNvSpPr/>
      </dsp:nvSpPr>
      <dsp:spPr>
        <a:xfrm>
          <a:off x="0" y="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5FF27D-BB0B-46F8-B3C5-1EA6A092FEA0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2EAC80-DF42-4480-9172-903AA9533F86}">
      <dsp:nvSpPr>
        <dsp:cNvPr id="0" name=""/>
        <dsp:cNvSpPr/>
      </dsp:nvSpPr>
      <dsp:spPr>
        <a:xfrm>
          <a:off x="1435590" y="531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K" sz="2500" kern="1200" dirty="0"/>
            <a:t>1. Assigning items to a truck in a delivery time horizon</a:t>
          </a:r>
          <a:endParaRPr lang="en-US" sz="2500" kern="1200" dirty="0"/>
        </a:p>
      </dsp:txBody>
      <dsp:txXfrm>
        <a:off x="1435590" y="531"/>
        <a:ext cx="4732020" cy="1242935"/>
      </dsp:txXfrm>
    </dsp:sp>
    <dsp:sp modelId="{1D434ADA-0C4A-42E5-96EB-0D96BE47A80D}">
      <dsp:nvSpPr>
        <dsp:cNvPr id="0" name=""/>
        <dsp:cNvSpPr/>
      </dsp:nvSpPr>
      <dsp:spPr>
        <a:xfrm>
          <a:off x="6167610" y="531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K" sz="1200" kern="1200"/>
            <a:t>Availability of truck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</a:t>
          </a:r>
          <a:r>
            <a:rPr lang="en-DK" sz="1200" kern="1200"/>
            <a:t>ruck size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K" sz="1200" kern="1200"/>
            <a:t>Truck capacity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</a:t>
          </a:r>
          <a:r>
            <a:rPr lang="en-DK" sz="1200" kern="1200"/>
            <a:t>ax number of stops</a:t>
          </a:r>
          <a:endParaRPr lang="en-US" sz="1200" kern="1200"/>
        </a:p>
      </dsp:txBody>
      <dsp:txXfrm>
        <a:off x="6167610" y="531"/>
        <a:ext cx="4347989" cy="1242935"/>
      </dsp:txXfrm>
    </dsp:sp>
    <dsp:sp modelId="{6CAC917B-4F8E-4134-B8FC-195932F9E576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96556A-636E-4E69-8389-11D9DE2860B7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3420FB-3F95-4461-B0F5-9BAEA87466B6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K" sz="2500" kern="1200"/>
            <a:t>2. Consolidate delivery items  of one destination for a given day</a:t>
          </a:r>
          <a:endParaRPr lang="en-US" sz="2500" kern="1200"/>
        </a:p>
      </dsp:txBody>
      <dsp:txXfrm>
        <a:off x="1435590" y="1554201"/>
        <a:ext cx="9080009" cy="1242935"/>
      </dsp:txXfrm>
    </dsp:sp>
    <dsp:sp modelId="{8F1658E4-85FE-423F-A333-236748F795BC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A7D44F-9EB1-4102-BFB2-89BA7ED6D4F3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93655C-590F-4EB5-B897-48717255AC6D}">
      <dsp:nvSpPr>
        <dsp:cNvPr id="0" name=""/>
        <dsp:cNvSpPr/>
      </dsp:nvSpPr>
      <dsp:spPr>
        <a:xfrm>
          <a:off x="1435590" y="3107870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K" sz="2500" kern="1200"/>
            <a:t>3. Capacitated vehicle routing problem for each day</a:t>
          </a:r>
          <a:endParaRPr lang="en-US" sz="2500" kern="1200"/>
        </a:p>
      </dsp:txBody>
      <dsp:txXfrm>
        <a:off x="1435590" y="3107870"/>
        <a:ext cx="4732020" cy="1242935"/>
      </dsp:txXfrm>
    </dsp:sp>
    <dsp:sp modelId="{526BC713-231F-4AA3-8BD6-5BD14B1046C6}">
      <dsp:nvSpPr>
        <dsp:cNvPr id="0" name=""/>
        <dsp:cNvSpPr/>
      </dsp:nvSpPr>
      <dsp:spPr>
        <a:xfrm>
          <a:off x="6167610" y="3107870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</a:t>
          </a:r>
          <a:r>
            <a:rPr lang="en-DK" sz="1200" kern="1200"/>
            <a:t>ax number of stops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K" sz="1200" kern="1200"/>
            <a:t>Using all trucks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K" sz="1200" kern="1200"/>
            <a:t>Capacity and size check</a:t>
          </a:r>
          <a:endParaRPr lang="en-US" sz="1200" kern="1200"/>
        </a:p>
      </dsp:txBody>
      <dsp:txXfrm>
        <a:off x="6167610" y="3107870"/>
        <a:ext cx="434798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4F902-A748-422D-9A13-9194117F1E5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2CB8F-B806-4FA9-846F-AF709F663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19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2CB8F-B806-4FA9-846F-AF709F663B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E6CFD-1328-9E2C-5745-5F53B9D6B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3F2000-4E7B-A6E7-EED1-C087A56F5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EF11F-C903-AEEE-F862-89C58BE4E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5565-7073-446C-BAF2-587CC148776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42771-F567-ACED-1550-DDBF90329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14C98-2F68-2966-A64F-A483E951D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E6380-8340-4A9B-B5FB-8273E244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169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DA5BB-ACD5-F614-73C5-AA1AFAA8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BF276-C3E9-C710-C343-8973014D2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3043A-E24B-50C3-69B8-45600513A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5565-7073-446C-BAF2-587CC148776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CC21-29BB-F95C-7303-0279EDC8C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9B91B-BD53-3D51-CFE0-B9311D643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E6380-8340-4A9B-B5FB-8273E244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25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01893-64D9-91AC-DA85-625FA0183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58D2D-C8FD-2AE4-0935-C01D35796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4B41E-690B-78B3-5349-8CE422A75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5565-7073-446C-BAF2-587CC148776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3E98F-13F9-DD7C-2200-9590B6BF7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9C09D-D2ED-555F-773E-C5CB81A8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E6380-8340-4A9B-B5FB-8273E244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345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9072E-917F-3E2D-FAA7-ED06647A7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1A543-B277-BF4C-3E22-B72DCD733F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3183C-40A6-F588-67CA-90B9A1CAEF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64386-B2BB-EDB5-BF28-8AC556DB3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5565-7073-446C-BAF2-587CC148776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8DE1F-9D1A-459D-4B44-7AAEFF493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601E3-D528-8FB1-6D98-6FFC472EA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E6380-8340-4A9B-B5FB-8273E244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31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3E48F-31DF-117A-7913-D8EDB364C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CA147-375B-7DCB-CD66-9CACAA7BA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06D27-F3D9-0BDB-1869-23B60C69D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E8E9A-36C1-FDCF-BD2D-34FF5A1CD1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A35AE8-5271-54AB-0604-33E5519C5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994A33-6328-23DE-661B-BFFD816EF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5565-7073-446C-BAF2-587CC148776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48734F-D7F7-3B78-2316-3C9770D45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099EA-2BB1-39E5-3EE5-6EA2C3179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E6380-8340-4A9B-B5FB-8273E244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57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4CD0-5541-2E7C-6903-EEFE74D56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AACD4-7FB2-B5F2-BB10-A1743BE60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5565-7073-446C-BAF2-587CC148776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673B3-E2D8-6E3A-569B-AEE19964D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24D88-7FF2-CD19-016D-7D610137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E6380-8340-4A9B-B5FB-8273E244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08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958B02-008C-13E2-8E4D-357AAA1D3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5565-7073-446C-BAF2-587CC148776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4BCBC0-0742-3F1E-84AD-2A547240C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A67E2-2FF0-006F-ED20-C85365CC1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E6380-8340-4A9B-B5FB-8273E244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10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2A973-00DE-D0F8-B12B-7153EE88B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F7AF3-A54F-D72F-548D-6056B3C43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51A68-1C20-849F-2AF9-2493541B4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041E3F-33A1-B977-307B-2278082FE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5565-7073-446C-BAF2-587CC148776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8B5BF-0768-0493-2DC8-15E1A9AA8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2502B-D877-49BA-5AA9-1FD336150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E6380-8340-4A9B-B5FB-8273E244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67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FE448-81FA-0A67-B3AB-DF3E6807C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C0D9D2-9C64-7797-1901-FA2109FF90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1F2C0-4023-9BDA-1B33-128DB7102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44317-27C7-88EB-D7CC-8572152FA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5565-7073-446C-BAF2-587CC148776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C05EC-5D64-74AB-8018-D3ECB5C4D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53069-B8A0-D066-37B3-77F47C891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E6380-8340-4A9B-B5FB-8273E244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647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5B5CC-EB0E-D75D-6F7C-BCB85731D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4B627-40CC-684C-8FA4-3AD212F4B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055BC-92B8-601F-A30A-2D374CB60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5565-7073-446C-BAF2-587CC148776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F2B53-16B8-68EA-88CD-8013FC966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EDFFE-DC1A-A1EE-0E37-C87141D8C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E6380-8340-4A9B-B5FB-8273E244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068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BFE47E-55EC-3358-80A5-6AAA517C7D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EA6C24-07BA-FA31-52CB-4EE68FF7E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A7616-2908-16A2-6CEF-C3171D90F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5565-7073-446C-BAF2-587CC148776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9AACD-B807-7BAF-54E6-F7B578D6E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1A0B4-94EB-032F-D904-BBFD5A7E7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E6380-8340-4A9B-B5FB-8273E244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09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5ADF83-01C9-D19A-B5C4-6C3524525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ED142-AFB0-A520-76EE-76914F0D3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9EA7B-242F-7775-7FE5-FAAA6F3BF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995565-7073-446C-BAF2-587CC148776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DF4A9-841B-0984-E9FC-08CDE9ED9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4F331-2B9B-245F-0298-DCAA7D824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FE6380-8340-4A9B-B5FB-8273E2444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66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5" name="Rectangle 820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7" name="Rectangle 820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9" name="Freeform: Shape 820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77D109-2FAD-4B66-4F29-8ED38FD2E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Smarter Delivery Planning: Optimizing Routes, Reducing Cost, and Improving Reliability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5A1F6-0F88-27F9-173D-B8225972F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DK"/>
              <a:t>Presenter: Farnaz Farzadnia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17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1F9334-993B-0F0D-8443-AB5DCA95F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DK" sz="4000" dirty="0">
                <a:solidFill>
                  <a:srgbClr val="FFFFFF"/>
                </a:solidFill>
              </a:rPr>
              <a:t>The Business Challenge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B875-CCBF-77E9-2672-34E32EE69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DK" sz="2000" dirty="0"/>
              <a:t>The</a:t>
            </a:r>
            <a:r>
              <a:rPr lang="en-US" sz="2000" dirty="0"/>
              <a:t> company delivers materials to multiple factories nationwide.</a:t>
            </a:r>
          </a:p>
          <a:p>
            <a:r>
              <a:rPr lang="en-US" sz="2000" dirty="0"/>
              <a:t>Orders differ by size, weight, and delivery deadlines.</a:t>
            </a:r>
          </a:p>
          <a:p>
            <a:r>
              <a:rPr lang="en-US" sz="2000" dirty="0"/>
              <a:t>We have a limited number of trucks, each with different capacities.</a:t>
            </a:r>
          </a:p>
          <a:p>
            <a:endParaRPr lang="en-DK" sz="2000" dirty="0"/>
          </a:p>
          <a:p>
            <a:pPr marL="0" indent="0">
              <a:buNone/>
            </a:pPr>
            <a:r>
              <a:rPr lang="en-DK" sz="2000" b="1" dirty="0"/>
              <a:t>Possible </a:t>
            </a:r>
            <a:r>
              <a:rPr lang="en-US" sz="2000" b="1" dirty="0"/>
              <a:t>Impact</a:t>
            </a:r>
            <a:r>
              <a:rPr lang="en-DK" sz="2000" b="1" dirty="0"/>
              <a:t> of lacking optimization model:</a:t>
            </a:r>
            <a:endParaRPr lang="en-US" sz="2000" dirty="0"/>
          </a:p>
          <a:p>
            <a:r>
              <a:rPr lang="en-US" sz="2000" dirty="0"/>
              <a:t>Some trucks are overloaded while others underused.</a:t>
            </a:r>
          </a:p>
          <a:p>
            <a:r>
              <a:rPr lang="en-US" sz="2000" dirty="0"/>
              <a:t>Late deliveries cause production delays.</a:t>
            </a:r>
          </a:p>
          <a:p>
            <a:r>
              <a:rPr lang="en-US" sz="2000" dirty="0"/>
              <a:t>We spend more on transport than necessary.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55870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21CE1-4151-F1C5-E560-122DCCE76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The Proposed Solution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4685DD-C133-5567-63CC-A234F481C8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339534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053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1D498-5200-153C-07EC-9363CBB18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Look at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B114CF-9BB0-4A87-FAE6-A358CF377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876" y="2218009"/>
            <a:ext cx="4441818" cy="399763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593967-CC40-4565-9BB0-E9490759D6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45165" y="2217815"/>
            <a:ext cx="4442034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173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76530-2795-78FE-9F8D-B5F565D5E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Distribution of </a:t>
            </a:r>
            <a:r>
              <a:rPr lang="en-DK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loads per destination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AC301-8EC9-3D35-B62E-0664BFF28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DK" sz="19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x-axis is destination and y-axis is the total load(kg)</a:t>
            </a:r>
            <a:endParaRPr lang="en-US" sz="19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3CCBD28B-21FF-CC39-6ADD-32B7DF606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514" y="1966293"/>
            <a:ext cx="8644970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41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D3349-ED87-D932-DAD6-61796CBD2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DK" sz="5200" dirty="0"/>
              <a:t>How the Solution Works</a:t>
            </a:r>
            <a:endParaRPr lang="en-US" sz="5200" dirty="0"/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EDC8F7A6-23CD-D819-B93F-79DEF7CEF9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5401374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8863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0D7DE3-F360-E16B-D8E2-B28E8ED48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DK" sz="4000">
                <a:solidFill>
                  <a:srgbClr val="FFFFFF"/>
                </a:solidFill>
              </a:rPr>
              <a:t>What Makes It Smart?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49787D8-D6C6-8C47-4E99-56EDD9A64A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997851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39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111CF2-7B73-1E32-F8F3-7220E774C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DK" sz="4000">
                <a:solidFill>
                  <a:srgbClr val="FFFFFF"/>
                </a:solidFill>
              </a:rPr>
              <a:t>How It Would be Used?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3FE95935-44C9-CCC5-E497-74836226A9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774175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0619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2316-5E5F-9217-F17E-ADEDF4534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Responsible and Fair Use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8E3C94A-2638-9526-A079-0F59DBF44A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790470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4672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BDAF6B-623F-01EF-B027-A3F24681E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Deployment Roadmap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CFEAC8-57C3-45B1-6800-659E48CB52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59171"/>
              </p:ext>
            </p:extLst>
          </p:nvPr>
        </p:nvGraphicFramePr>
        <p:xfrm>
          <a:off x="4502428" y="1477931"/>
          <a:ext cx="7225749" cy="3902141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215708">
                  <a:extLst>
                    <a:ext uri="{9D8B030D-6E8A-4147-A177-3AD203B41FA5}">
                      <a16:colId xmlns:a16="http://schemas.microsoft.com/office/drawing/2014/main" val="2343368659"/>
                    </a:ext>
                  </a:extLst>
                </a:gridCol>
                <a:gridCol w="3121903">
                  <a:extLst>
                    <a:ext uri="{9D8B030D-6E8A-4147-A177-3AD203B41FA5}">
                      <a16:colId xmlns:a16="http://schemas.microsoft.com/office/drawing/2014/main" val="3361671779"/>
                    </a:ext>
                  </a:extLst>
                </a:gridCol>
                <a:gridCol w="1888138">
                  <a:extLst>
                    <a:ext uri="{9D8B030D-6E8A-4147-A177-3AD203B41FA5}">
                      <a16:colId xmlns:a16="http://schemas.microsoft.com/office/drawing/2014/main" val="959804280"/>
                    </a:ext>
                  </a:extLst>
                </a:gridCol>
              </a:tblGrid>
              <a:tr h="651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Phase</a:t>
                      </a:r>
                    </a:p>
                  </a:txBody>
                  <a:tcPr marL="179039" marR="137723" marT="137723" marB="13772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179039" marR="137723" marT="137723" marB="13772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 dirty="0">
                          <a:solidFill>
                            <a:schemeClr val="tx1"/>
                          </a:solidFill>
                        </a:rPr>
                        <a:t>Duration</a:t>
                      </a:r>
                    </a:p>
                  </a:txBody>
                  <a:tcPr marL="179039" marR="137723" marT="137723" marB="13772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247424"/>
                  </a:ext>
                </a:extLst>
              </a:tr>
              <a:tr h="651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1. Pilot</a:t>
                      </a:r>
                    </a:p>
                  </a:txBody>
                  <a:tcPr marL="179039" marR="137723" marT="137723" marB="13772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One region, 3 trucks</a:t>
                      </a:r>
                    </a:p>
                  </a:txBody>
                  <a:tcPr marL="179039" marR="137723" marT="137723" marB="13772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1 month</a:t>
                      </a:r>
                    </a:p>
                  </a:txBody>
                  <a:tcPr marL="179039" marR="137723" marT="137723" marB="13772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63141"/>
                  </a:ext>
                </a:extLst>
              </a:tr>
              <a:tr h="973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2. Feedback &amp; tuning</a:t>
                      </a:r>
                    </a:p>
                  </a:txBody>
                  <a:tcPr marL="179039" marR="137723" marT="137723" marB="13772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Adjust parameters, verify performance</a:t>
                      </a:r>
                    </a:p>
                  </a:txBody>
                  <a:tcPr marL="179039" marR="137723" marT="137723" marB="13772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 dirty="0">
                          <a:solidFill>
                            <a:schemeClr val="tx1"/>
                          </a:solidFill>
                        </a:rPr>
                        <a:t>1 month</a:t>
                      </a:r>
                    </a:p>
                  </a:txBody>
                  <a:tcPr marL="179039" marR="137723" marT="137723" marB="13772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760464"/>
                  </a:ext>
                </a:extLst>
              </a:tr>
              <a:tr h="6518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3. Rollout</a:t>
                      </a:r>
                    </a:p>
                  </a:txBody>
                  <a:tcPr marL="179039" marR="137723" marT="137723" marB="13772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Expand to all factories</a:t>
                      </a:r>
                    </a:p>
                  </a:txBody>
                  <a:tcPr marL="179039" marR="137723" marT="137723" marB="13772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2–3 months</a:t>
                      </a:r>
                    </a:p>
                  </a:txBody>
                  <a:tcPr marL="179039" marR="137723" marT="137723" marB="13772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407357"/>
                  </a:ext>
                </a:extLst>
              </a:tr>
              <a:tr h="973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4. Integration</a:t>
                      </a:r>
                    </a:p>
                  </a:txBody>
                  <a:tcPr marL="179039" marR="137723" marT="137723" marB="13772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Connect to ERP or order system</a:t>
                      </a:r>
                    </a:p>
                  </a:txBody>
                  <a:tcPr marL="179039" marR="137723" marT="137723" marB="13772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 dirty="0">
                          <a:solidFill>
                            <a:schemeClr val="tx1"/>
                          </a:solidFill>
                        </a:rPr>
                        <a:t>Continuous</a:t>
                      </a:r>
                    </a:p>
                  </a:txBody>
                  <a:tcPr marL="179039" marR="137723" marT="137723" marB="13772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30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3652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E64635-846C-4491-D86D-676A0D89F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6200"/>
              <a:t>P</a:t>
            </a:r>
            <a:r>
              <a:rPr lang="en-DK" sz="6200"/>
              <a:t>otential Extensions</a:t>
            </a:r>
            <a:endParaRPr lang="en-US" sz="620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80D94C-2005-F3AE-38C1-CDF2DA4F4E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9014723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0709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3EB9D1-80C9-167E-386C-5CDFB6463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Closing</a:t>
            </a:r>
            <a:r>
              <a:rPr lang="en-DK" sz="4000">
                <a:solidFill>
                  <a:srgbClr val="FFFFFF"/>
                </a:solidFill>
              </a:rPr>
              <a:t>	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A7A5B-49E5-290B-85A3-4250433C9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“This optimization solution transforms how we plan deliveries</a:t>
            </a:r>
            <a:r>
              <a:rPr lang="en-DK" sz="2000" dirty="0"/>
              <a:t>, by</a:t>
            </a:r>
            <a:r>
              <a:rPr lang="en-US" sz="2000" dirty="0"/>
              <a:t> making them faster, cheaper, and greener, while empowering our teams with intelligent tools.”</a:t>
            </a:r>
          </a:p>
        </p:txBody>
      </p:sp>
    </p:spTree>
    <p:extLst>
      <p:ext uri="{BB962C8B-B14F-4D97-AF65-F5344CB8AC3E}">
        <p14:creationId xmlns:p14="http://schemas.microsoft.com/office/powerpoint/2010/main" val="3556778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A02EC-5246-3E30-E9CB-8F12767AB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Technical Flowchart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021A48-E081-6294-13CD-93A606CEC5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151641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7665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66F8E5-2C17-C9A2-9E29-7CCDE98A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DK" sz="4000" dirty="0">
                <a:solidFill>
                  <a:srgbClr val="FFFFFF"/>
                </a:solidFill>
              </a:rPr>
              <a:t>Questions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97F94-823D-4D12-1322-96C38AB4E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DK" sz="2000"/>
              <a:t>How to handle data accuracy?</a:t>
            </a:r>
          </a:p>
          <a:p>
            <a:r>
              <a:rPr lang="en-DK" sz="2000"/>
              <a:t>Who are stack holders?</a:t>
            </a:r>
          </a:p>
          <a:p>
            <a:r>
              <a:rPr lang="en-DK" sz="2000"/>
              <a:t>How to provide trust?</a:t>
            </a:r>
          </a:p>
          <a:p>
            <a:r>
              <a:rPr lang="en-DK" sz="2000"/>
              <a:t>When to say that pilot phase is over?</a:t>
            </a:r>
          </a:p>
          <a:p>
            <a:r>
              <a:rPr lang="en-DK" sz="2000"/>
              <a:t>How to provide reliability?</a:t>
            </a:r>
          </a:p>
          <a:p>
            <a:r>
              <a:rPr lang="en-DK" sz="2000"/>
              <a:t>How the unpredictable events are handled?</a:t>
            </a:r>
          </a:p>
          <a:p>
            <a:r>
              <a:rPr lang="en-DK" sz="2000"/>
              <a:t>Do we have another system for dynamic adjustments?</a:t>
            </a:r>
          </a:p>
          <a:p>
            <a:endParaRPr lang="en-DK" sz="2000"/>
          </a:p>
        </p:txBody>
      </p:sp>
    </p:spTree>
    <p:extLst>
      <p:ext uri="{BB962C8B-B14F-4D97-AF65-F5344CB8AC3E}">
        <p14:creationId xmlns:p14="http://schemas.microsoft.com/office/powerpoint/2010/main" val="2949783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636</Words>
  <Application>Microsoft Office PowerPoint</Application>
  <PresentationFormat>Widescreen</PresentationFormat>
  <Paragraphs>95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Smarter Delivery Planning: Optimizing Routes, Reducing Cost, and Improving Reliability</vt:lpstr>
      <vt:lpstr>The Business Challenge</vt:lpstr>
      <vt:lpstr>The Proposed Solution</vt:lpstr>
      <vt:lpstr>Look at Data</vt:lpstr>
      <vt:lpstr>Distribution of loads per destination</vt:lpstr>
      <vt:lpstr>How the Solution Works</vt:lpstr>
      <vt:lpstr>What Makes It Smart?</vt:lpstr>
      <vt:lpstr>How It Would be Used?</vt:lpstr>
      <vt:lpstr>Responsible and Fair Use</vt:lpstr>
      <vt:lpstr>Deployment Roadmap</vt:lpstr>
      <vt:lpstr>Potential Extensions</vt:lpstr>
      <vt:lpstr>Closing </vt:lpstr>
      <vt:lpstr>Technical Flowchart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Farnaz Farzadnia</dc:creator>
  <cp:lastModifiedBy>Farnaz Farzadnia</cp:lastModifiedBy>
  <cp:revision>24</cp:revision>
  <dcterms:created xsi:type="dcterms:W3CDTF">2025-10-13T23:54:05Z</dcterms:created>
  <dcterms:modified xsi:type="dcterms:W3CDTF">2025-10-14T09:38:07Z</dcterms:modified>
</cp:coreProperties>
</file>